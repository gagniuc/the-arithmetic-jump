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278" r:id="rId2"/>
    <p:sldId id="275" r:id="rId3"/>
    <p:sldId id="277" r:id="rId4"/>
    <p:sldId id="264" r:id="rId5"/>
  </p:sldIdLst>
  <p:sldSz cx="18288000" cy="109728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A3600"/>
    <a:srgbClr val="FFFFFF"/>
    <a:srgbClr val="003366"/>
    <a:srgbClr val="4D4D4D"/>
    <a:srgbClr val="333333"/>
    <a:srgbClr val="008080"/>
    <a:srgbClr val="F9A068"/>
    <a:srgbClr val="96C3F9"/>
    <a:srgbClr val="1F77B4"/>
    <a:srgbClr val="FF7F0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784" autoAdjust="0"/>
  </p:normalViewPr>
  <p:slideViewPr>
    <p:cSldViewPr snapToGrid="0">
      <p:cViewPr varScale="1">
        <p:scale>
          <a:sx n="96" d="100"/>
          <a:sy n="96" d="100"/>
        </p:scale>
        <p:origin x="89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71023F-37BA-4200-BF0C-A44B03A164E5}" type="datetimeFigureOut">
              <a:rPr lang="en-US" smtClean="0"/>
              <a:t>5/10/2026</a:t>
            </a:fld>
            <a:endParaRPr lang="en-US"/>
          </a:p>
        </p:txBody>
      </p:sp>
      <p:sp>
        <p:nvSpPr>
          <p:cNvPr id="4" name="Slide Image Placeholder 3"/>
          <p:cNvSpPr>
            <a:spLocks noGrp="1" noRot="1" noChangeAspect="1"/>
          </p:cNvSpPr>
          <p:nvPr>
            <p:ph type="sldImg" idx="2"/>
          </p:nvPr>
        </p:nvSpPr>
        <p:spPr>
          <a:xfrm>
            <a:off x="857250" y="1143000"/>
            <a:ext cx="51435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8AB017-BC22-4CA1-AB04-1F86DED7CC81}" type="slidenum">
              <a:rPr lang="en-US" smtClean="0"/>
              <a:t>‹#›</a:t>
            </a:fld>
            <a:endParaRPr lang="en-US"/>
          </a:p>
        </p:txBody>
      </p:sp>
    </p:spTree>
    <p:extLst>
      <p:ext uri="{BB962C8B-B14F-4D97-AF65-F5344CB8AC3E}">
        <p14:creationId xmlns:p14="http://schemas.microsoft.com/office/powerpoint/2010/main" val="435452592"/>
      </p:ext>
    </p:extLst>
  </p:cSld>
  <p:clrMap bg1="lt1" tx1="dk1" bg2="lt2" tx2="dk2" accent1="accent1" accent2="accent2" accent3="accent3" accent4="accent4" accent5="accent5" accent6="accent6" hlink="hlink" folHlink="folHlink"/>
  <p:notesStyle>
    <a:lvl1pPr marL="0" algn="l" defTabSz="1404470" rtl="0" eaLnBrk="1" latinLnBrk="0" hangingPunct="1">
      <a:defRPr sz="1843" kern="1200">
        <a:solidFill>
          <a:schemeClr val="tx1"/>
        </a:solidFill>
        <a:latin typeface="+mn-lt"/>
        <a:ea typeface="+mn-ea"/>
        <a:cs typeface="+mn-cs"/>
      </a:defRPr>
    </a:lvl1pPr>
    <a:lvl2pPr marL="702235" algn="l" defTabSz="1404470" rtl="0" eaLnBrk="1" latinLnBrk="0" hangingPunct="1">
      <a:defRPr sz="1843" kern="1200">
        <a:solidFill>
          <a:schemeClr val="tx1"/>
        </a:solidFill>
        <a:latin typeface="+mn-lt"/>
        <a:ea typeface="+mn-ea"/>
        <a:cs typeface="+mn-cs"/>
      </a:defRPr>
    </a:lvl2pPr>
    <a:lvl3pPr marL="1404470" algn="l" defTabSz="1404470" rtl="0" eaLnBrk="1" latinLnBrk="0" hangingPunct="1">
      <a:defRPr sz="1843" kern="1200">
        <a:solidFill>
          <a:schemeClr val="tx1"/>
        </a:solidFill>
        <a:latin typeface="+mn-lt"/>
        <a:ea typeface="+mn-ea"/>
        <a:cs typeface="+mn-cs"/>
      </a:defRPr>
    </a:lvl3pPr>
    <a:lvl4pPr marL="2106706" algn="l" defTabSz="1404470" rtl="0" eaLnBrk="1" latinLnBrk="0" hangingPunct="1">
      <a:defRPr sz="1843" kern="1200">
        <a:solidFill>
          <a:schemeClr val="tx1"/>
        </a:solidFill>
        <a:latin typeface="+mn-lt"/>
        <a:ea typeface="+mn-ea"/>
        <a:cs typeface="+mn-cs"/>
      </a:defRPr>
    </a:lvl4pPr>
    <a:lvl5pPr marL="2808940" algn="l" defTabSz="1404470" rtl="0" eaLnBrk="1" latinLnBrk="0" hangingPunct="1">
      <a:defRPr sz="1843" kern="1200">
        <a:solidFill>
          <a:schemeClr val="tx1"/>
        </a:solidFill>
        <a:latin typeface="+mn-lt"/>
        <a:ea typeface="+mn-ea"/>
        <a:cs typeface="+mn-cs"/>
      </a:defRPr>
    </a:lvl5pPr>
    <a:lvl6pPr marL="3511175" algn="l" defTabSz="1404470" rtl="0" eaLnBrk="1" latinLnBrk="0" hangingPunct="1">
      <a:defRPr sz="1843" kern="1200">
        <a:solidFill>
          <a:schemeClr val="tx1"/>
        </a:solidFill>
        <a:latin typeface="+mn-lt"/>
        <a:ea typeface="+mn-ea"/>
        <a:cs typeface="+mn-cs"/>
      </a:defRPr>
    </a:lvl6pPr>
    <a:lvl7pPr marL="4213410" algn="l" defTabSz="1404470" rtl="0" eaLnBrk="1" latinLnBrk="0" hangingPunct="1">
      <a:defRPr sz="1843" kern="1200">
        <a:solidFill>
          <a:schemeClr val="tx1"/>
        </a:solidFill>
        <a:latin typeface="+mn-lt"/>
        <a:ea typeface="+mn-ea"/>
        <a:cs typeface="+mn-cs"/>
      </a:defRPr>
    </a:lvl7pPr>
    <a:lvl8pPr marL="4915645" algn="l" defTabSz="1404470" rtl="0" eaLnBrk="1" latinLnBrk="0" hangingPunct="1">
      <a:defRPr sz="1843" kern="1200">
        <a:solidFill>
          <a:schemeClr val="tx1"/>
        </a:solidFill>
        <a:latin typeface="+mn-lt"/>
        <a:ea typeface="+mn-ea"/>
        <a:cs typeface="+mn-cs"/>
      </a:defRPr>
    </a:lvl8pPr>
    <a:lvl9pPr marL="5617881" algn="l" defTabSz="1404470" rtl="0" eaLnBrk="1" latinLnBrk="0" hangingPunct="1">
      <a:defRPr sz="1843"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55BEE-BD5F-9FDD-A153-6C61E076D7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A20DBD-684F-E7B0-D0C2-5D50BB9234E0}"/>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17BC264B-53D1-756B-665E-DD84720931E8}"/>
                  </a:ext>
                </a:extLst>
              </p:cNvPr>
              <p:cNvSpPr>
                <a:spLocks noGrp="1"/>
              </p:cNvSpPr>
              <p:nvPr>
                <p:ph type="body" idx="1"/>
              </p:nvPr>
            </p:nvSpPr>
            <p:spPr/>
            <p:txBody>
              <a:bodyPr/>
              <a:lstStyle/>
              <a:p>
                <a:pPr marL="0" marR="0" lvl="0" indent="0" algn="l" defTabSz="1404470" rtl="0" eaLnBrk="1" fontAlgn="auto" latinLnBrk="0" hangingPunct="1">
                  <a:lnSpc>
                    <a:spcPct val="100000"/>
                  </a:lnSpc>
                  <a:spcBef>
                    <a:spcPts val="0"/>
                  </a:spcBef>
                  <a:spcAft>
                    <a:spcPts val="0"/>
                  </a:spcAft>
                  <a:buClrTx/>
                  <a:buSzTx/>
                  <a:buFontTx/>
                  <a:buNone/>
                  <a:tabLst/>
                  <a:defRPr/>
                </a:pPr>
                <a:r>
                  <a:rPr kumimoji="0" lang="en-GB" sz="1843" b="0" i="0" u="none" strike="noStrike" kern="1200" cap="none" spc="0" normalizeH="0" baseline="0" noProof="0" dirty="0">
                    <a:ln>
                      <a:noFill/>
                    </a:ln>
                    <a:solidFill>
                      <a:prstClr val="black"/>
                    </a:solidFill>
                    <a:effectLst/>
                    <a:uLnTx/>
                    <a:uFillTx/>
                    <a:latin typeface="+mn-lt"/>
                    <a:ea typeface="+mn-ea"/>
                    <a:cs typeface="+mn-cs"/>
                  </a:rPr>
                  <a:t>Decomposition of a linear index </a:t>
                </a:r>
                <a14:m>
                  <m:oMath xmlns:m="http://schemas.openxmlformats.org/officeDocument/2006/math">
                    <m:r>
                      <a:rPr kumimoji="0" lang="en-GB" sz="1843"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𝑣</m:t>
                    </m:r>
                  </m:oMath>
                </a14:m>
                <a:r>
                  <a:rPr kumimoji="0" lang="en-GB" sz="1843" b="0" i="0" u="none" strike="noStrike" kern="1200" cap="none" spc="0" normalizeH="0" baseline="0" noProof="0" dirty="0">
                    <a:ln>
                      <a:noFill/>
                    </a:ln>
                    <a:solidFill>
                      <a:prstClr val="black"/>
                    </a:solidFill>
                    <a:effectLst/>
                    <a:uLnTx/>
                    <a:uFillTx/>
                    <a:latin typeface="+mn-lt"/>
                    <a:ea typeface="+mn-ea"/>
                    <a:cs typeface="+mn-cs"/>
                  </a:rPr>
                  <a:t> into coordinates </a:t>
                </a:r>
                <a14:m>
                  <m:oMath xmlns:m="http://schemas.openxmlformats.org/officeDocument/2006/math">
                    <m:d>
                      <m:dPr>
                        <m:sepChr m:val=","/>
                        <m:ctrlPr>
                          <a:rPr kumimoji="0" lang="ar-AE" sz="1843" b="0" i="1" u="none" strike="noStrike" kern="1200" cap="none" spc="0" normalizeH="0" baseline="0" noProof="0">
                            <a:ln>
                              <a:noFill/>
                            </a:ln>
                            <a:solidFill>
                              <a:prstClr val="black"/>
                            </a:solidFill>
                            <a:effectLst/>
                            <a:uLnTx/>
                            <a:uFillTx/>
                            <a:latin typeface="Cambria Math" panose="02040503050406030204" pitchFamily="18" charset="0"/>
                            <a:ea typeface="+mn-ea"/>
                          </a:rPr>
                        </m:ctrlPr>
                      </m:dPr>
                      <m:e>
                        <m:r>
                          <a:rPr kumimoji="0" lang="ar-AE" sz="1843" b="0" i="1" u="none" strike="noStrike" kern="1200" cap="none" spc="0" normalizeH="0" baseline="0" noProof="0">
                            <a:ln>
                              <a:noFill/>
                            </a:ln>
                            <a:solidFill>
                              <a:prstClr val="black"/>
                            </a:solidFill>
                            <a:effectLst/>
                            <a:uLnTx/>
                            <a:uFillTx/>
                            <a:latin typeface="Cambria Math" panose="02040503050406030204" pitchFamily="18" charset="0"/>
                            <a:ea typeface="+mn-ea"/>
                          </a:rPr>
                          <m:t>𝑖</m:t>
                        </m:r>
                      </m:e>
                      <m:e>
                        <m:r>
                          <a:rPr kumimoji="0" lang="ar-AE" sz="1843" b="0" i="1" u="none" strike="noStrike" kern="1200" cap="none" spc="0" normalizeH="0" baseline="0" noProof="0">
                            <a:ln>
                              <a:noFill/>
                            </a:ln>
                            <a:solidFill>
                              <a:prstClr val="black"/>
                            </a:solidFill>
                            <a:effectLst/>
                            <a:uLnTx/>
                            <a:uFillTx/>
                            <a:latin typeface="Cambria Math" panose="02040503050406030204" pitchFamily="18" charset="0"/>
                            <a:ea typeface="+mn-ea"/>
                          </a:rPr>
                          <m:t>𝑗</m:t>
                        </m:r>
                      </m:e>
                      <m:e>
                        <m:r>
                          <a:rPr kumimoji="0" lang="ar-AE" sz="1843" b="0" i="1" u="none" strike="noStrike" kern="1200" cap="none" spc="0" normalizeH="0" baseline="0" noProof="0">
                            <a:ln>
                              <a:noFill/>
                            </a:ln>
                            <a:solidFill>
                              <a:prstClr val="black"/>
                            </a:solidFill>
                            <a:effectLst/>
                            <a:uLnTx/>
                            <a:uFillTx/>
                            <a:latin typeface="Cambria Math" panose="02040503050406030204" pitchFamily="18" charset="0"/>
                            <a:ea typeface="+mn-ea"/>
                          </a:rPr>
                          <m:t>𝑑</m:t>
                        </m:r>
                      </m:e>
                    </m:d>
                  </m:oMath>
                </a14:m>
                <a:r>
                  <a:rPr kumimoji="0" lang="en-GB" sz="1843" b="0" i="0" u="none" strike="noStrike" kern="1200" cap="none" spc="0" normalizeH="0" baseline="0" noProof="0" dirty="0">
                    <a:ln>
                      <a:noFill/>
                    </a:ln>
                    <a:solidFill>
                      <a:prstClr val="black"/>
                    </a:solidFill>
                    <a:effectLst/>
                    <a:uLnTx/>
                    <a:uFillTx/>
                    <a:latin typeface="+mn-lt"/>
                    <a:ea typeface="+mn-ea"/>
                    <a:cs typeface="+mn-cs"/>
                  </a:rPr>
                  <a:t> in a three-dimensional array. The value </a:t>
                </a:r>
                <a14:m>
                  <m:oMath xmlns:m="http://schemas.openxmlformats.org/officeDocument/2006/math">
                    <m:r>
                      <a:rPr kumimoji="0" lang="en-GB" sz="1843"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𝑘</m:t>
                    </m:r>
                    <m:r>
                      <a:rPr kumimoji="0" lang="en-GB" sz="1843"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1843"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𝑣</m:t>
                    </m:r>
                    <m:r>
                      <a:rPr kumimoji="0" lang="en-GB" sz="1843"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m:rPr>
                        <m:sty m:val="p"/>
                      </m:rPr>
                      <a:rPr kumimoji="0" lang="en-GB" sz="1843" b="0" i="0" u="none" strike="noStrike" kern="1200" cap="none" spc="0" normalizeH="0" baseline="0" noProof="0">
                        <a:ln>
                          <a:noFill/>
                        </a:ln>
                        <a:solidFill>
                          <a:prstClr val="black"/>
                        </a:solidFill>
                        <a:effectLst/>
                        <a:uLnTx/>
                        <a:uFillTx/>
                        <a:latin typeface="Cambria Math" panose="02040503050406030204" pitchFamily="18" charset="0"/>
                        <a:ea typeface="+mn-ea"/>
                        <a:cs typeface="+mn-cs"/>
                      </a:rPr>
                      <m:t>mod</m:t>
                    </m:r>
                    <m:r>
                      <m:rPr>
                        <m:nor/>
                      </m:rPr>
                      <a:rPr kumimoji="0" lang="en-GB" sz="1843"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d>
                      <m:dPr>
                        <m:ctrlPr>
                          <a:rPr kumimoji="0" lang="ar-AE" sz="1843" b="0" i="1" u="none" strike="noStrike" kern="1200" cap="none" spc="0" normalizeH="0" baseline="0" noProof="0">
                            <a:ln>
                              <a:noFill/>
                            </a:ln>
                            <a:solidFill>
                              <a:prstClr val="black"/>
                            </a:solidFill>
                            <a:effectLst/>
                            <a:uLnTx/>
                            <a:uFillTx/>
                            <a:latin typeface="Cambria Math" panose="02040503050406030204" pitchFamily="18" charset="0"/>
                            <a:ea typeface="+mn-ea"/>
                          </a:rPr>
                        </m:ctrlPr>
                      </m:dPr>
                      <m:e>
                        <m:r>
                          <a:rPr kumimoji="0" lang="ar-AE" sz="1843" b="0" i="1" u="none" strike="noStrike" kern="1200" cap="none" spc="0" normalizeH="0" baseline="0" noProof="0">
                            <a:ln>
                              <a:noFill/>
                            </a:ln>
                            <a:solidFill>
                              <a:prstClr val="black"/>
                            </a:solidFill>
                            <a:effectLst/>
                            <a:uLnTx/>
                            <a:uFillTx/>
                            <a:latin typeface="Cambria Math" panose="02040503050406030204" pitchFamily="18" charset="0"/>
                            <a:ea typeface="+mn-ea"/>
                          </a:rPr>
                          <m:t>𝑚</m:t>
                        </m:r>
                        <m:r>
                          <a:rPr kumimoji="0" lang="ar-AE" sz="1843" b="0" i="0" u="none" strike="noStrike" kern="1200" cap="none" spc="0" normalizeH="0" baseline="0" noProof="0">
                            <a:ln>
                              <a:noFill/>
                            </a:ln>
                            <a:solidFill>
                              <a:prstClr val="black"/>
                            </a:solidFill>
                            <a:effectLst/>
                            <a:uLnTx/>
                            <a:uFillTx/>
                            <a:latin typeface="Cambria Math" panose="02040503050406030204" pitchFamily="18" charset="0"/>
                            <a:ea typeface="+mn-ea"/>
                          </a:rPr>
                          <m:t>×</m:t>
                        </m:r>
                        <m:r>
                          <a:rPr kumimoji="0" lang="ar-AE" sz="1843" b="0" i="1" u="none" strike="noStrike" kern="1200" cap="none" spc="0" normalizeH="0" baseline="0" noProof="0">
                            <a:ln>
                              <a:noFill/>
                            </a:ln>
                            <a:solidFill>
                              <a:prstClr val="black"/>
                            </a:solidFill>
                            <a:effectLst/>
                            <a:uLnTx/>
                            <a:uFillTx/>
                            <a:latin typeface="Cambria Math" panose="02040503050406030204" pitchFamily="18" charset="0"/>
                            <a:ea typeface="+mn-ea"/>
                          </a:rPr>
                          <m:t>𝑛</m:t>
                        </m:r>
                      </m:e>
                    </m:d>
                  </m:oMath>
                </a14:m>
                <a:r>
                  <a:rPr kumimoji="0" lang="en-GB" sz="1843" b="0" i="0" u="none" strike="noStrike" kern="1200" cap="none" spc="0" normalizeH="0" baseline="0" noProof="0" dirty="0">
                    <a:ln>
                      <a:noFill/>
                    </a:ln>
                    <a:solidFill>
                      <a:prstClr val="black"/>
                    </a:solidFill>
                    <a:effectLst/>
                    <a:uLnTx/>
                    <a:uFillTx/>
                    <a:latin typeface="+mn-lt"/>
                    <a:ea typeface="+mn-ea"/>
                    <a:cs typeface="+mn-cs"/>
                  </a:rPr>
                  <a:t> defines the intra-plane offset, while </a:t>
                </a:r>
                <a14:m>
                  <m:oMath xmlns:m="http://schemas.openxmlformats.org/officeDocument/2006/math">
                    <m:r>
                      <a:rPr kumimoji="0" lang="en-GB" sz="1843"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𝑑</m:t>
                    </m:r>
                  </m:oMath>
                </a14:m>
                <a:r>
                  <a:rPr kumimoji="0" lang="en-GB" sz="1843" b="0" i="0" u="none" strike="noStrike" kern="1200" cap="none" spc="0" normalizeH="0" baseline="0" noProof="0" dirty="0">
                    <a:ln>
                      <a:noFill/>
                    </a:ln>
                    <a:solidFill>
                      <a:prstClr val="black"/>
                    </a:solidFill>
                    <a:effectLst/>
                    <a:uLnTx/>
                    <a:uFillTx/>
                    <a:latin typeface="+mn-lt"/>
                    <a:ea typeface="+mn-ea"/>
                    <a:cs typeface="+mn-cs"/>
                  </a:rPr>
                  <a:t>identifies the layer index. The coordinates </a:t>
                </a:r>
                <a14:m>
                  <m:oMath xmlns:m="http://schemas.openxmlformats.org/officeDocument/2006/math">
                    <m:r>
                      <a:rPr kumimoji="0" lang="en-GB" sz="1843"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oMath>
                </a14:m>
                <a:r>
                  <a:rPr kumimoji="0" lang="en-GB" sz="1843" b="0" i="0" u="none" strike="noStrike" kern="1200" cap="none" spc="0" normalizeH="0" baseline="0" noProof="0" dirty="0">
                    <a:ln>
                      <a:noFill/>
                    </a:ln>
                    <a:solidFill>
                      <a:prstClr val="black"/>
                    </a:solidFill>
                    <a:effectLst/>
                    <a:uLnTx/>
                    <a:uFillTx/>
                    <a:latin typeface="+mn-lt"/>
                    <a:ea typeface="+mn-ea"/>
                    <a:cs typeface="+mn-cs"/>
                  </a:rPr>
                  <a:t> and </a:t>
                </a:r>
                <a14:m>
                  <m:oMath xmlns:m="http://schemas.openxmlformats.org/officeDocument/2006/math">
                    <m:r>
                      <a:rPr kumimoji="0" lang="en-GB" sz="1843"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𝑗</m:t>
                    </m:r>
                  </m:oMath>
                </a14:m>
                <a:r>
                  <a:rPr kumimoji="0" lang="en-GB" sz="1843" b="0" i="0" u="none" strike="noStrike" kern="1200" cap="none" spc="0" normalizeH="0" baseline="0" noProof="0" dirty="0">
                    <a:ln>
                      <a:noFill/>
                    </a:ln>
                    <a:solidFill>
                      <a:prstClr val="black"/>
                    </a:solidFill>
                    <a:effectLst/>
                    <a:uLnTx/>
                    <a:uFillTx/>
                    <a:latin typeface="+mn-lt"/>
                    <a:ea typeface="+mn-ea"/>
                    <a:cs typeface="+mn-cs"/>
                  </a:rPr>
                  <a:t> are then recovered from </a:t>
                </a:r>
                <a14:m>
                  <m:oMath xmlns:m="http://schemas.openxmlformats.org/officeDocument/2006/math">
                    <m:r>
                      <a:rPr kumimoji="0" lang="en-GB" sz="1843"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𝑘</m:t>
                    </m:r>
                  </m:oMath>
                </a14:m>
                <a:r>
                  <a:rPr kumimoji="0" lang="en-GB" sz="1843" b="0" i="0" u="none" strike="noStrike" kern="1200" cap="none" spc="0" normalizeH="0" baseline="0" noProof="0" dirty="0">
                    <a:ln>
                      <a:noFill/>
                    </a:ln>
                    <a:solidFill>
                      <a:prstClr val="black"/>
                    </a:solidFill>
                    <a:effectLst/>
                    <a:uLnTx/>
                    <a:uFillTx/>
                    <a:latin typeface="+mn-lt"/>
                    <a:ea typeface="+mn-ea"/>
                    <a:cs typeface="+mn-cs"/>
                  </a:rPr>
                  <a:t> using integer division and modulo operations.</a:t>
                </a:r>
              </a:p>
            </p:txBody>
          </p:sp>
        </mc:Choice>
        <mc:Fallback xmlns="">
          <p:sp>
            <p:nvSpPr>
              <p:cNvPr id="3" name="Notes Placeholder 2">
                <a:extLst>
                  <a:ext uri="{FF2B5EF4-FFF2-40B4-BE49-F238E27FC236}">
                    <a16:creationId xmlns:a16="http://schemas.microsoft.com/office/drawing/2014/main" id="{1DB0519E-B11B-17DE-E106-9E35446F8539}"/>
                  </a:ext>
                </a:extLst>
              </p:cNvPr>
              <p:cNvSpPr>
                <a:spLocks noGrp="1"/>
              </p:cNvSpPr>
              <p:nvPr>
                <p:ph type="body" idx="1"/>
              </p:nvPr>
            </p:nvSpPr>
            <p:spPr/>
            <p:txBody>
              <a:bodyPr/>
              <a:lstStyle/>
              <a:p>
                <a:r>
                  <a:rPr lang="en-GB" dirty="0"/>
                  <a:t>Decomposition of a linear index </a:t>
                </a:r>
                <a:r>
                  <a:rPr lang="en-GB" i="0">
                    <a:latin typeface="Cambria Math" panose="02040503050406030204" pitchFamily="18" charset="0"/>
                  </a:rPr>
                  <a:t>𝑣</a:t>
                </a:r>
                <a:r>
                  <a:rPr lang="en-GB" dirty="0"/>
                  <a:t>into coordinates </a:t>
                </a:r>
                <a:r>
                  <a:rPr lang="ar-AE" i="0">
                    <a:latin typeface="Cambria Math" panose="02040503050406030204" pitchFamily="18" charset="0"/>
                  </a:rPr>
                  <a:t>(𝑖ⓜ,𝑗ⓜ,𝑑)</a:t>
                </a:r>
                <a:r>
                  <a:rPr lang="en-GB" dirty="0"/>
                  <a:t>in a three-dimensional array. The value </a:t>
                </a:r>
                <a:r>
                  <a:rPr lang="en-GB" i="0">
                    <a:latin typeface="Cambria Math" panose="02040503050406030204" pitchFamily="18" charset="0"/>
                  </a:rPr>
                  <a:t>𝑘=𝑣  mod</a:t>
                </a:r>
                <a:r>
                  <a:rPr lang="en-GB" b="0" i="0">
                    <a:latin typeface="Cambria Math" panose="02040503050406030204" pitchFamily="18" charset="0"/>
                  </a:rPr>
                  <a:t>"  </a:t>
                </a:r>
                <a:r>
                  <a:rPr lang="ar-AE" b="0" i="0">
                    <a:latin typeface="Cambria Math" panose="02040503050406030204" pitchFamily="18" charset="0"/>
                  </a:rPr>
                  <a:t>" (𝑚×𝑛)</a:t>
                </a:r>
                <a:r>
                  <a:rPr lang="en-GB" dirty="0"/>
                  <a:t>defines the intra-plane offset, while </a:t>
                </a:r>
                <a:r>
                  <a:rPr lang="en-GB" i="0">
                    <a:latin typeface="Cambria Math" panose="02040503050406030204" pitchFamily="18" charset="0"/>
                  </a:rPr>
                  <a:t>𝑑</a:t>
                </a:r>
                <a:r>
                  <a:rPr lang="en-GB" dirty="0"/>
                  <a:t>identifies the layer index. The coordinates </a:t>
                </a:r>
                <a:r>
                  <a:rPr lang="en-GB" i="0">
                    <a:latin typeface="Cambria Math" panose="02040503050406030204" pitchFamily="18" charset="0"/>
                  </a:rPr>
                  <a:t>𝑖</a:t>
                </a:r>
                <a:r>
                  <a:rPr lang="en-GB" dirty="0"/>
                  <a:t>and </a:t>
                </a:r>
                <a:r>
                  <a:rPr lang="en-GB" i="0">
                    <a:latin typeface="Cambria Math" panose="02040503050406030204" pitchFamily="18" charset="0"/>
                  </a:rPr>
                  <a:t>𝑗</a:t>
                </a:r>
                <a:r>
                  <a:rPr lang="en-GB" dirty="0"/>
                  <a:t>are then recovered from </a:t>
                </a:r>
                <a:r>
                  <a:rPr lang="en-GB" i="0">
                    <a:latin typeface="Cambria Math" panose="02040503050406030204" pitchFamily="18" charset="0"/>
                  </a:rPr>
                  <a:t>𝑘</a:t>
                </a:r>
                <a:r>
                  <a:rPr lang="en-GB" dirty="0"/>
                  <a:t>using integer division and modulo operations.</a:t>
                </a:r>
              </a:p>
            </p:txBody>
          </p:sp>
        </mc:Fallback>
      </mc:AlternateContent>
      <p:sp>
        <p:nvSpPr>
          <p:cNvPr id="4" name="Slide Number Placeholder 3">
            <a:extLst>
              <a:ext uri="{FF2B5EF4-FFF2-40B4-BE49-F238E27FC236}">
                <a16:creationId xmlns:a16="http://schemas.microsoft.com/office/drawing/2014/main" id="{977BA52E-0C46-589F-9314-4875DF1BF9EA}"/>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88AB017-BC22-4CA1-AB04-1F86DED7CC8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41690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E24DA-FC88-B1C0-10E0-CF2BF8FA4F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5AE94E-49AC-C80C-2C06-3DC8A1DC2708}"/>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339DEB15-CDBF-F812-E606-6D42FFE6E389}"/>
                  </a:ext>
                </a:extLst>
              </p:cNvPr>
              <p:cNvSpPr>
                <a:spLocks noGrp="1"/>
              </p:cNvSpPr>
              <p:nvPr>
                <p:ph type="body" idx="1"/>
              </p:nvPr>
            </p:nvSpPr>
            <p:spPr/>
            <p:txBody>
              <a:bodyPr/>
              <a:lstStyle/>
              <a:p>
                <a:r>
                  <a:rPr lang="en-GB" dirty="0"/>
                  <a:t>Decomposition of a linear index </a:t>
                </a:r>
                <a14:m>
                  <m:oMath xmlns:m="http://schemas.openxmlformats.org/officeDocument/2006/math">
                    <m:r>
                      <a:rPr lang="en-GB" i="1">
                        <a:latin typeface="Cambria Math" panose="02040503050406030204" pitchFamily="18" charset="0"/>
                      </a:rPr>
                      <m:t>𝑣</m:t>
                    </m:r>
                  </m:oMath>
                </a14:m>
                <a:r>
                  <a:rPr lang="en-GB" dirty="0"/>
                  <a:t> into coordinates </a:t>
                </a:r>
                <a14:m>
                  <m:oMath xmlns:m="http://schemas.openxmlformats.org/officeDocument/2006/math">
                    <m:d>
                      <m:dPr>
                        <m:sepChr m:val=","/>
                        <m:ctrlPr>
                          <a:rPr lang="ar-AE" i="1">
                            <a:latin typeface="Cambria Math" panose="02040503050406030204" pitchFamily="18" charset="0"/>
                          </a:rPr>
                        </m:ctrlPr>
                      </m:dPr>
                      <m:e>
                        <m:r>
                          <a:rPr lang="ar-AE" i="1">
                            <a:latin typeface="Cambria Math" panose="02040503050406030204" pitchFamily="18" charset="0"/>
                          </a:rPr>
                          <m:t>𝑖</m:t>
                        </m:r>
                      </m:e>
                      <m:e>
                        <m:r>
                          <a:rPr lang="ar-AE" i="1">
                            <a:latin typeface="Cambria Math" panose="02040503050406030204" pitchFamily="18" charset="0"/>
                          </a:rPr>
                          <m:t>𝑗</m:t>
                        </m:r>
                      </m:e>
                      <m:e>
                        <m:r>
                          <a:rPr lang="ar-AE" i="1">
                            <a:latin typeface="Cambria Math" panose="02040503050406030204" pitchFamily="18" charset="0"/>
                          </a:rPr>
                          <m:t>𝑑</m:t>
                        </m:r>
                      </m:e>
                    </m:d>
                  </m:oMath>
                </a14:m>
                <a:r>
                  <a:rPr lang="en-GB" dirty="0"/>
                  <a:t> in a three-dimensional array. The value </a:t>
                </a:r>
                <a14:m>
                  <m:oMath xmlns:m="http://schemas.openxmlformats.org/officeDocument/2006/math">
                    <m:r>
                      <a:rPr lang="en-GB" i="1">
                        <a:latin typeface="Cambria Math" panose="02040503050406030204" pitchFamily="18" charset="0"/>
                      </a:rPr>
                      <m:t>𝑘</m:t>
                    </m:r>
                    <m:r>
                      <a:rPr lang="en-GB" i="0">
                        <a:latin typeface="Cambria Math" panose="02040503050406030204" pitchFamily="18" charset="0"/>
                      </a:rPr>
                      <m:t>=</m:t>
                    </m:r>
                    <m:r>
                      <a:rPr lang="en-GB" i="1">
                        <a:latin typeface="Cambria Math" panose="02040503050406030204" pitchFamily="18" charset="0"/>
                      </a:rPr>
                      <m:t>𝑣</m:t>
                    </m:r>
                    <m:r>
                      <a:rPr lang="en-GB" i="0">
                        <a:latin typeface="Cambria Math" panose="02040503050406030204" pitchFamily="18" charset="0"/>
                      </a:rPr>
                      <m:t>  </m:t>
                    </m:r>
                    <m:r>
                      <m:rPr>
                        <m:sty m:val="p"/>
                      </m:rPr>
                      <a:rPr lang="en-GB" i="0">
                        <a:latin typeface="Cambria Math" panose="02040503050406030204" pitchFamily="18" charset="0"/>
                      </a:rPr>
                      <m:t>mod</m:t>
                    </m:r>
                    <m:r>
                      <m:rPr>
                        <m:nor/>
                      </m:rPr>
                      <a:rPr lang="en-GB" b="0" i="1">
                        <a:latin typeface="Cambria Math" panose="02040503050406030204" pitchFamily="18" charset="0"/>
                      </a:rPr>
                      <m:t>  </m:t>
                    </m:r>
                    <m:d>
                      <m:dPr>
                        <m:ctrlPr>
                          <a:rPr lang="ar-AE" b="0" i="1">
                            <a:latin typeface="Cambria Math" panose="02040503050406030204" pitchFamily="18" charset="0"/>
                          </a:rPr>
                        </m:ctrlPr>
                      </m:dPr>
                      <m:e>
                        <m:r>
                          <a:rPr lang="ar-AE" b="0" i="1">
                            <a:latin typeface="Cambria Math" panose="02040503050406030204" pitchFamily="18" charset="0"/>
                          </a:rPr>
                          <m:t>𝑚</m:t>
                        </m:r>
                        <m:r>
                          <a:rPr lang="ar-AE" b="0" i="0">
                            <a:latin typeface="Cambria Math" panose="02040503050406030204" pitchFamily="18" charset="0"/>
                          </a:rPr>
                          <m:t>×</m:t>
                        </m:r>
                        <m:r>
                          <a:rPr lang="ar-AE" b="0" i="1">
                            <a:latin typeface="Cambria Math" panose="02040503050406030204" pitchFamily="18" charset="0"/>
                          </a:rPr>
                          <m:t>𝑛</m:t>
                        </m:r>
                      </m:e>
                    </m:d>
                  </m:oMath>
                </a14:m>
                <a:r>
                  <a:rPr lang="en-GB" dirty="0"/>
                  <a:t> defines the intra-plane offset, while </a:t>
                </a:r>
                <a14:m>
                  <m:oMath xmlns:m="http://schemas.openxmlformats.org/officeDocument/2006/math">
                    <m:r>
                      <a:rPr lang="en-GB" i="1">
                        <a:latin typeface="Cambria Math" panose="02040503050406030204" pitchFamily="18" charset="0"/>
                      </a:rPr>
                      <m:t>𝑑</m:t>
                    </m:r>
                  </m:oMath>
                </a14:m>
                <a:r>
                  <a:rPr lang="en-GB" dirty="0"/>
                  <a:t>identifies the layer index. The coordinates </a:t>
                </a:r>
                <a14:m>
                  <m:oMath xmlns:m="http://schemas.openxmlformats.org/officeDocument/2006/math">
                    <m:r>
                      <a:rPr lang="en-GB" i="1">
                        <a:latin typeface="Cambria Math" panose="02040503050406030204" pitchFamily="18" charset="0"/>
                      </a:rPr>
                      <m:t>𝑖</m:t>
                    </m:r>
                  </m:oMath>
                </a14:m>
                <a:r>
                  <a:rPr lang="en-GB" dirty="0"/>
                  <a:t> and </a:t>
                </a:r>
                <a14:m>
                  <m:oMath xmlns:m="http://schemas.openxmlformats.org/officeDocument/2006/math">
                    <m:r>
                      <a:rPr lang="en-GB" i="1">
                        <a:latin typeface="Cambria Math" panose="02040503050406030204" pitchFamily="18" charset="0"/>
                      </a:rPr>
                      <m:t>𝑗</m:t>
                    </m:r>
                  </m:oMath>
                </a14:m>
                <a:r>
                  <a:rPr lang="en-GB" dirty="0"/>
                  <a:t> are then recovered from </a:t>
                </a:r>
                <a14:m>
                  <m:oMath xmlns:m="http://schemas.openxmlformats.org/officeDocument/2006/math">
                    <m:r>
                      <a:rPr lang="en-GB" i="1">
                        <a:latin typeface="Cambria Math" panose="02040503050406030204" pitchFamily="18" charset="0"/>
                      </a:rPr>
                      <m:t>𝑘</m:t>
                    </m:r>
                  </m:oMath>
                </a14:m>
                <a:r>
                  <a:rPr lang="en-GB" dirty="0"/>
                  <a:t> using integer division and modulo operations.</a:t>
                </a:r>
              </a:p>
            </p:txBody>
          </p:sp>
        </mc:Choice>
        <mc:Fallback xmlns="">
          <p:sp>
            <p:nvSpPr>
              <p:cNvPr id="3" name="Notes Placeholder 2">
                <a:extLst>
                  <a:ext uri="{FF2B5EF4-FFF2-40B4-BE49-F238E27FC236}">
                    <a16:creationId xmlns:a16="http://schemas.microsoft.com/office/drawing/2014/main" id="{1DB0519E-B11B-17DE-E106-9E35446F8539}"/>
                  </a:ext>
                </a:extLst>
              </p:cNvPr>
              <p:cNvSpPr>
                <a:spLocks noGrp="1"/>
              </p:cNvSpPr>
              <p:nvPr>
                <p:ph type="body" idx="1"/>
              </p:nvPr>
            </p:nvSpPr>
            <p:spPr/>
            <p:txBody>
              <a:bodyPr/>
              <a:lstStyle/>
              <a:p>
                <a:r>
                  <a:rPr lang="en-GB" dirty="0"/>
                  <a:t>Decomposition of a linear index </a:t>
                </a:r>
                <a:r>
                  <a:rPr lang="en-GB" i="0">
                    <a:latin typeface="Cambria Math" panose="02040503050406030204" pitchFamily="18" charset="0"/>
                  </a:rPr>
                  <a:t>𝑣</a:t>
                </a:r>
                <a:r>
                  <a:rPr lang="en-GB" dirty="0"/>
                  <a:t>into coordinates </a:t>
                </a:r>
                <a:r>
                  <a:rPr lang="ar-AE" i="0">
                    <a:latin typeface="Cambria Math" panose="02040503050406030204" pitchFamily="18" charset="0"/>
                  </a:rPr>
                  <a:t>(𝑖ⓜ,𝑗ⓜ,𝑑)</a:t>
                </a:r>
                <a:r>
                  <a:rPr lang="en-GB" dirty="0"/>
                  <a:t>in a three-dimensional array. The value </a:t>
                </a:r>
                <a:r>
                  <a:rPr lang="en-GB" i="0">
                    <a:latin typeface="Cambria Math" panose="02040503050406030204" pitchFamily="18" charset="0"/>
                  </a:rPr>
                  <a:t>𝑘=𝑣  mod</a:t>
                </a:r>
                <a:r>
                  <a:rPr lang="en-GB" b="0" i="0">
                    <a:latin typeface="Cambria Math" panose="02040503050406030204" pitchFamily="18" charset="0"/>
                  </a:rPr>
                  <a:t>"  </a:t>
                </a:r>
                <a:r>
                  <a:rPr lang="ar-AE" b="0" i="0">
                    <a:latin typeface="Cambria Math" panose="02040503050406030204" pitchFamily="18" charset="0"/>
                  </a:rPr>
                  <a:t>" (𝑚×𝑛)</a:t>
                </a:r>
                <a:r>
                  <a:rPr lang="en-GB" dirty="0"/>
                  <a:t>defines the intra-plane offset, while </a:t>
                </a:r>
                <a:r>
                  <a:rPr lang="en-GB" i="0">
                    <a:latin typeface="Cambria Math" panose="02040503050406030204" pitchFamily="18" charset="0"/>
                  </a:rPr>
                  <a:t>𝑑</a:t>
                </a:r>
                <a:r>
                  <a:rPr lang="en-GB" dirty="0"/>
                  <a:t>identifies the layer index. The coordinates </a:t>
                </a:r>
                <a:r>
                  <a:rPr lang="en-GB" i="0">
                    <a:latin typeface="Cambria Math" panose="02040503050406030204" pitchFamily="18" charset="0"/>
                  </a:rPr>
                  <a:t>𝑖</a:t>
                </a:r>
                <a:r>
                  <a:rPr lang="en-GB" dirty="0"/>
                  <a:t>and </a:t>
                </a:r>
                <a:r>
                  <a:rPr lang="en-GB" i="0">
                    <a:latin typeface="Cambria Math" panose="02040503050406030204" pitchFamily="18" charset="0"/>
                  </a:rPr>
                  <a:t>𝑗</a:t>
                </a:r>
                <a:r>
                  <a:rPr lang="en-GB" dirty="0"/>
                  <a:t>are then recovered from </a:t>
                </a:r>
                <a:r>
                  <a:rPr lang="en-GB" i="0">
                    <a:latin typeface="Cambria Math" panose="02040503050406030204" pitchFamily="18" charset="0"/>
                  </a:rPr>
                  <a:t>𝑘</a:t>
                </a:r>
                <a:r>
                  <a:rPr lang="en-GB" dirty="0"/>
                  <a:t>using integer division and modulo operations.</a:t>
                </a:r>
              </a:p>
            </p:txBody>
          </p:sp>
        </mc:Fallback>
      </mc:AlternateContent>
      <p:sp>
        <p:nvSpPr>
          <p:cNvPr id="4" name="Slide Number Placeholder 3">
            <a:extLst>
              <a:ext uri="{FF2B5EF4-FFF2-40B4-BE49-F238E27FC236}">
                <a16:creationId xmlns:a16="http://schemas.microsoft.com/office/drawing/2014/main" id="{A8089D01-F498-3E55-F941-FF4EE9C65810}"/>
              </a:ext>
            </a:extLst>
          </p:cNvPr>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A88AB017-BC22-4CA1-AB04-1F86DED7CC8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91241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7250" y="1143000"/>
            <a:ext cx="5143500" cy="3086100"/>
          </a:xfrm>
        </p:spPr>
        <p:txBody>
          <a:bodyPr/>
          <a:lstStyle/>
          <a:p>
            <a:endParaRPr lang="en-GB"/>
          </a:p>
        </p:txBody>
      </p:sp>
      <p:sp>
        <p:nvSpPr>
          <p:cNvPr id="3" name="Notes Placeholder 2"/>
          <p:cNvSpPr>
            <a:spLocks noGrp="1"/>
          </p:cNvSpPr>
          <p:nvPr>
            <p:ph type="body" idx="1"/>
          </p:nvPr>
        </p:nvSpPr>
        <p:spPr/>
        <p:txBody>
          <a:bodyPr/>
          <a:lstStyle/>
          <a:p>
            <a:r>
              <a:rPr lang="en-US" dirty="0"/>
              <a:t>Performance comparison between Classic and Arithmetic indexing methods for multidimensional mapping on GPU architectures. This multi-panel figure presents a comprehensive comparison between the Classic and Arithmetic mapping methods for multidimensional indexing within GPU-accelerated environments. In panel (a), the pseudocode for the Classic variant demonstrates an iterative approach based on triple-nested loops traversing the entire 3D search space to locate the coordinate corresponding to a linear index. This approach, though straightforward, is computationally expensive and scales poorly. In contrast, panel (b) illustrates the Arithmetic variant, where direct arithmetic operations (modulo and division) enable constant-time access to coordinates. This method eliminates the need for iteration and is inherently more suitable for massively parallel GPU execution. Panel (c) displays the average execution times (in milliseconds) for both methods across various input dimensions. The Classic method, represented by blue bars, consistently shows higher execution times and variability, while the Arithmetic method (orange bars) remains both faster and more stable. These trends are further emphasized in panel (d), which plots the standard deviation of execution time. The Classic variant exhibits significant fluctuations, particularly for mid-sized and larger datasets, whereas the Arithmetic variant maintains a near-flat deviation curve. An inset graph provides a magnified view of low-variance regions for both methods. In panel (e), the left Y-axis quantifies the speedup ratio (Classic divided by Arithmetic), and the right Y-axis reflects the percentage improvement of the Arithmetic method. Both metrics follow an upward trend with increasing dimensional size, reaching over 17× speedup and more than 94% time reduction for the largest input. This panel underscores the consistent and compounding performance advantages of the Arithmetic strategy. Panel (f) synthesizes these results in a contour heatmap that maps the speedup ratio (X-axis) against percentage improvement (Y-axis), with color gradients representing execution time (ms) of the Classic variant. The GPU icon highlights the parallel execution context, and numbered arrows (1–9) trace the trajectory of evaluated dimensions across the performance surface. This visual progression captures the Pareto-optimal growth in both speed and efficiency.</a:t>
            </a:r>
          </a:p>
        </p:txBody>
      </p:sp>
      <p:sp>
        <p:nvSpPr>
          <p:cNvPr id="4" name="Slide Number Placeholder 3"/>
          <p:cNvSpPr>
            <a:spLocks noGrp="1"/>
          </p:cNvSpPr>
          <p:nvPr>
            <p:ph type="sldNum" sz="quarter" idx="5"/>
          </p:nvPr>
        </p:nvSpPr>
        <p:spPr/>
        <p:txBody>
          <a:bodyPr/>
          <a:lstStyle/>
          <a:p>
            <a:fld id="{A88AB017-BC22-4CA1-AB04-1F86DED7CC81}" type="slidenum">
              <a:rPr lang="en-US" smtClean="0"/>
              <a:t>4</a:t>
            </a:fld>
            <a:endParaRPr lang="en-US"/>
          </a:p>
        </p:txBody>
      </p:sp>
    </p:spTree>
    <p:extLst>
      <p:ext uri="{BB962C8B-B14F-4D97-AF65-F5344CB8AC3E}">
        <p14:creationId xmlns:p14="http://schemas.microsoft.com/office/powerpoint/2010/main" val="11067569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795782"/>
            <a:ext cx="13716000" cy="3820160"/>
          </a:xfrm>
        </p:spPr>
        <p:txBody>
          <a:bodyPr anchor="b"/>
          <a:lstStyle>
            <a:lvl1pPr algn="ctr">
              <a:defRPr sz="9000"/>
            </a:lvl1pPr>
          </a:lstStyle>
          <a:p>
            <a:r>
              <a:rPr lang="en-US"/>
              <a:t>Click to edit Master title style</a:t>
            </a:r>
            <a:endParaRPr lang="en-US" dirty="0"/>
          </a:p>
        </p:txBody>
      </p:sp>
      <p:sp>
        <p:nvSpPr>
          <p:cNvPr id="3" name="Subtitle 2"/>
          <p:cNvSpPr>
            <a:spLocks noGrp="1"/>
          </p:cNvSpPr>
          <p:nvPr>
            <p:ph type="subTitle" idx="1"/>
          </p:nvPr>
        </p:nvSpPr>
        <p:spPr>
          <a:xfrm>
            <a:off x="2286000" y="5763262"/>
            <a:ext cx="13716000" cy="2649219"/>
          </a:xfrm>
        </p:spPr>
        <p:txBody>
          <a:bodyPr/>
          <a:lstStyle>
            <a:lvl1pPr marL="0" indent="0" algn="ctr">
              <a:buNone/>
              <a:defRPr sz="3600"/>
            </a:lvl1pPr>
            <a:lvl2pPr marL="685819" indent="0" algn="ctr">
              <a:buNone/>
              <a:defRPr sz="3000"/>
            </a:lvl2pPr>
            <a:lvl3pPr marL="1371639" indent="0" algn="ctr">
              <a:buNone/>
              <a:defRPr sz="2700"/>
            </a:lvl3pPr>
            <a:lvl4pPr marL="2057458" indent="0" algn="ctr">
              <a:buNone/>
              <a:defRPr sz="2400"/>
            </a:lvl4pPr>
            <a:lvl5pPr marL="2743276" indent="0" algn="ctr">
              <a:buNone/>
              <a:defRPr sz="2400"/>
            </a:lvl5pPr>
            <a:lvl6pPr marL="3429096" indent="0" algn="ctr">
              <a:buNone/>
              <a:defRPr sz="2400"/>
            </a:lvl6pPr>
            <a:lvl7pPr marL="4114915" indent="0" algn="ctr">
              <a:buNone/>
              <a:defRPr sz="2400"/>
            </a:lvl7pPr>
            <a:lvl8pPr marL="4800735" indent="0" algn="ctr">
              <a:buNone/>
              <a:defRPr sz="2400"/>
            </a:lvl8pPr>
            <a:lvl9pPr marL="5486554" indent="0" algn="ctr">
              <a:buNone/>
              <a:defRPr sz="24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5FBEE0B-6D9B-46A9-AFF9-8EC8C2703DA7}"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8D70D7-C2EC-4F39-85DA-1217899647F7}" type="slidenum">
              <a:rPr lang="en-US" smtClean="0"/>
              <a:t>‹#›</a:t>
            </a:fld>
            <a:endParaRPr lang="en-US"/>
          </a:p>
        </p:txBody>
      </p:sp>
    </p:spTree>
    <p:extLst>
      <p:ext uri="{BB962C8B-B14F-4D97-AF65-F5344CB8AC3E}">
        <p14:creationId xmlns:p14="http://schemas.microsoft.com/office/powerpoint/2010/main" val="32712323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FBEE0B-6D9B-46A9-AFF9-8EC8C2703DA7}"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8D70D7-C2EC-4F39-85DA-1217899647F7}" type="slidenum">
              <a:rPr lang="en-US" smtClean="0"/>
              <a:t>‹#›</a:t>
            </a:fld>
            <a:endParaRPr lang="en-US"/>
          </a:p>
        </p:txBody>
      </p:sp>
    </p:spTree>
    <p:extLst>
      <p:ext uri="{BB962C8B-B14F-4D97-AF65-F5344CB8AC3E}">
        <p14:creationId xmlns:p14="http://schemas.microsoft.com/office/powerpoint/2010/main" val="34528806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47775" y="2735582"/>
            <a:ext cx="15773400" cy="4564379"/>
          </a:xfrm>
        </p:spPr>
        <p:txBody>
          <a:bodyPr anchor="b"/>
          <a:lstStyle>
            <a:lvl1pPr>
              <a:defRPr sz="9000"/>
            </a:lvl1pPr>
          </a:lstStyle>
          <a:p>
            <a:r>
              <a:rPr lang="en-US"/>
              <a:t>Click to edit Master title style</a:t>
            </a:r>
            <a:endParaRPr lang="en-US" dirty="0"/>
          </a:p>
        </p:txBody>
      </p:sp>
      <p:sp>
        <p:nvSpPr>
          <p:cNvPr id="3" name="Text Placeholder 2"/>
          <p:cNvSpPr>
            <a:spLocks noGrp="1"/>
          </p:cNvSpPr>
          <p:nvPr>
            <p:ph type="body" idx="1"/>
          </p:nvPr>
        </p:nvSpPr>
        <p:spPr>
          <a:xfrm>
            <a:off x="1247775" y="7343143"/>
            <a:ext cx="15773400" cy="2400299"/>
          </a:xfrm>
        </p:spPr>
        <p:txBody>
          <a:bodyPr/>
          <a:lstStyle>
            <a:lvl1pPr marL="0" indent="0">
              <a:buNone/>
              <a:defRPr sz="3600">
                <a:solidFill>
                  <a:schemeClr val="tx1">
                    <a:tint val="75000"/>
                  </a:schemeClr>
                </a:solidFill>
              </a:defRPr>
            </a:lvl1pPr>
            <a:lvl2pPr marL="685819" indent="0">
              <a:buNone/>
              <a:defRPr sz="3000">
                <a:solidFill>
                  <a:schemeClr val="tx1">
                    <a:tint val="75000"/>
                  </a:schemeClr>
                </a:solidFill>
              </a:defRPr>
            </a:lvl2pPr>
            <a:lvl3pPr marL="1371639" indent="0">
              <a:buNone/>
              <a:defRPr sz="2700">
                <a:solidFill>
                  <a:schemeClr val="tx1">
                    <a:tint val="75000"/>
                  </a:schemeClr>
                </a:solidFill>
              </a:defRPr>
            </a:lvl3pPr>
            <a:lvl4pPr marL="2057458" indent="0">
              <a:buNone/>
              <a:defRPr sz="2400">
                <a:solidFill>
                  <a:schemeClr val="tx1">
                    <a:tint val="75000"/>
                  </a:schemeClr>
                </a:solidFill>
              </a:defRPr>
            </a:lvl4pPr>
            <a:lvl5pPr marL="2743276" indent="0">
              <a:buNone/>
              <a:defRPr sz="2400">
                <a:solidFill>
                  <a:schemeClr val="tx1">
                    <a:tint val="75000"/>
                  </a:schemeClr>
                </a:solidFill>
              </a:defRPr>
            </a:lvl5pPr>
            <a:lvl6pPr marL="3429096" indent="0">
              <a:buNone/>
              <a:defRPr sz="2400">
                <a:solidFill>
                  <a:schemeClr val="tx1">
                    <a:tint val="75000"/>
                  </a:schemeClr>
                </a:solidFill>
              </a:defRPr>
            </a:lvl6pPr>
            <a:lvl7pPr marL="4114915" indent="0">
              <a:buNone/>
              <a:defRPr sz="2400">
                <a:solidFill>
                  <a:schemeClr val="tx1">
                    <a:tint val="75000"/>
                  </a:schemeClr>
                </a:solidFill>
              </a:defRPr>
            </a:lvl7pPr>
            <a:lvl8pPr marL="4800735" indent="0">
              <a:buNone/>
              <a:defRPr sz="2400">
                <a:solidFill>
                  <a:schemeClr val="tx1">
                    <a:tint val="75000"/>
                  </a:schemeClr>
                </a:solidFill>
              </a:defRPr>
            </a:lvl8pPr>
            <a:lvl9pPr marL="5486554" indent="0">
              <a:buNone/>
              <a:defRPr sz="2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5FBEE0B-6D9B-46A9-AFF9-8EC8C2703DA7}"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8D70D7-C2EC-4F39-85DA-1217899647F7}" type="slidenum">
              <a:rPr lang="en-US" smtClean="0"/>
              <a:t>‹#›</a:t>
            </a:fld>
            <a:endParaRPr lang="en-US"/>
          </a:p>
        </p:txBody>
      </p:sp>
    </p:spTree>
    <p:extLst>
      <p:ext uri="{BB962C8B-B14F-4D97-AF65-F5344CB8AC3E}">
        <p14:creationId xmlns:p14="http://schemas.microsoft.com/office/powerpoint/2010/main" val="3500855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921001"/>
            <a:ext cx="7772400" cy="69621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9258300" y="2921001"/>
            <a:ext cx="7772400" cy="69621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5FBEE0B-6D9B-46A9-AFF9-8EC8C2703DA7}" type="datetimeFigureOut">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8D70D7-C2EC-4F39-85DA-1217899647F7}" type="slidenum">
              <a:rPr lang="en-US" smtClean="0"/>
              <a:t>‹#›</a:t>
            </a:fld>
            <a:endParaRPr lang="en-US"/>
          </a:p>
        </p:txBody>
      </p:sp>
    </p:spTree>
    <p:extLst>
      <p:ext uri="{BB962C8B-B14F-4D97-AF65-F5344CB8AC3E}">
        <p14:creationId xmlns:p14="http://schemas.microsoft.com/office/powerpoint/2010/main" val="1201163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9682" y="584202"/>
            <a:ext cx="15773400" cy="212090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9684" y="2689861"/>
            <a:ext cx="7736681" cy="1318259"/>
          </a:xfrm>
        </p:spPr>
        <p:txBody>
          <a:bodyPr anchor="b"/>
          <a:lstStyle>
            <a:lvl1pPr marL="0" indent="0">
              <a:buNone/>
              <a:defRPr sz="3600" b="1"/>
            </a:lvl1pPr>
            <a:lvl2pPr marL="685819" indent="0">
              <a:buNone/>
              <a:defRPr sz="3000" b="1"/>
            </a:lvl2pPr>
            <a:lvl3pPr marL="1371639" indent="0">
              <a:buNone/>
              <a:defRPr sz="2700" b="1"/>
            </a:lvl3pPr>
            <a:lvl4pPr marL="2057458" indent="0">
              <a:buNone/>
              <a:defRPr sz="2400" b="1"/>
            </a:lvl4pPr>
            <a:lvl5pPr marL="2743276" indent="0">
              <a:buNone/>
              <a:defRPr sz="2400" b="1"/>
            </a:lvl5pPr>
            <a:lvl6pPr marL="3429096" indent="0">
              <a:buNone/>
              <a:defRPr sz="2400" b="1"/>
            </a:lvl6pPr>
            <a:lvl7pPr marL="4114915" indent="0">
              <a:buNone/>
              <a:defRPr sz="2400" b="1"/>
            </a:lvl7pPr>
            <a:lvl8pPr marL="4800735" indent="0">
              <a:buNone/>
              <a:defRPr sz="2400" b="1"/>
            </a:lvl8pPr>
            <a:lvl9pPr marL="5486554" indent="0">
              <a:buNone/>
              <a:defRPr sz="2400" b="1"/>
            </a:lvl9pPr>
          </a:lstStyle>
          <a:p>
            <a:pPr lvl="0"/>
            <a:r>
              <a:rPr lang="en-US"/>
              <a:t>Click to edit Master text styles</a:t>
            </a:r>
          </a:p>
        </p:txBody>
      </p:sp>
      <p:sp>
        <p:nvSpPr>
          <p:cNvPr id="4" name="Content Placeholder 3"/>
          <p:cNvSpPr>
            <a:spLocks noGrp="1"/>
          </p:cNvSpPr>
          <p:nvPr>
            <p:ph sz="half" idx="2"/>
          </p:nvPr>
        </p:nvSpPr>
        <p:spPr>
          <a:xfrm>
            <a:off x="1259684" y="4008121"/>
            <a:ext cx="7736681" cy="58953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9258300" y="2689861"/>
            <a:ext cx="7774782" cy="1318259"/>
          </a:xfrm>
        </p:spPr>
        <p:txBody>
          <a:bodyPr anchor="b"/>
          <a:lstStyle>
            <a:lvl1pPr marL="0" indent="0">
              <a:buNone/>
              <a:defRPr sz="3600" b="1"/>
            </a:lvl1pPr>
            <a:lvl2pPr marL="685819" indent="0">
              <a:buNone/>
              <a:defRPr sz="3000" b="1"/>
            </a:lvl2pPr>
            <a:lvl3pPr marL="1371639" indent="0">
              <a:buNone/>
              <a:defRPr sz="2700" b="1"/>
            </a:lvl3pPr>
            <a:lvl4pPr marL="2057458" indent="0">
              <a:buNone/>
              <a:defRPr sz="2400" b="1"/>
            </a:lvl4pPr>
            <a:lvl5pPr marL="2743276" indent="0">
              <a:buNone/>
              <a:defRPr sz="2400" b="1"/>
            </a:lvl5pPr>
            <a:lvl6pPr marL="3429096" indent="0">
              <a:buNone/>
              <a:defRPr sz="2400" b="1"/>
            </a:lvl6pPr>
            <a:lvl7pPr marL="4114915" indent="0">
              <a:buNone/>
              <a:defRPr sz="2400" b="1"/>
            </a:lvl7pPr>
            <a:lvl8pPr marL="4800735" indent="0">
              <a:buNone/>
              <a:defRPr sz="2400" b="1"/>
            </a:lvl8pPr>
            <a:lvl9pPr marL="5486554" indent="0">
              <a:buNone/>
              <a:defRPr sz="2400" b="1"/>
            </a:lvl9pPr>
          </a:lstStyle>
          <a:p>
            <a:pPr lvl="0"/>
            <a:r>
              <a:rPr lang="en-US"/>
              <a:t>Click to edit Master text styles</a:t>
            </a:r>
          </a:p>
        </p:txBody>
      </p:sp>
      <p:sp>
        <p:nvSpPr>
          <p:cNvPr id="6" name="Content Placeholder 5"/>
          <p:cNvSpPr>
            <a:spLocks noGrp="1"/>
          </p:cNvSpPr>
          <p:nvPr>
            <p:ph sz="quarter" idx="4"/>
          </p:nvPr>
        </p:nvSpPr>
        <p:spPr>
          <a:xfrm>
            <a:off x="9258300" y="4008121"/>
            <a:ext cx="7774782" cy="58953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5FBEE0B-6D9B-46A9-AFF9-8EC8C2703DA7}" type="datetimeFigureOut">
              <a:rPr lang="en-US" smtClean="0"/>
              <a:t>5/10/2026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18D70D7-C2EC-4F39-85DA-1217899647F7}" type="slidenum">
              <a:rPr lang="en-US" smtClean="0"/>
              <a:t>‹#›</a:t>
            </a:fld>
            <a:endParaRPr lang="en-US"/>
          </a:p>
        </p:txBody>
      </p:sp>
    </p:spTree>
    <p:extLst>
      <p:ext uri="{BB962C8B-B14F-4D97-AF65-F5344CB8AC3E}">
        <p14:creationId xmlns:p14="http://schemas.microsoft.com/office/powerpoint/2010/main" val="4263014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5FBEE0B-6D9B-46A9-AFF9-8EC8C2703DA7}" type="datetimeFigureOut">
              <a:rPr lang="en-US" smtClean="0"/>
              <a:t>5/10/2026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18D70D7-C2EC-4F39-85DA-1217899647F7}" type="slidenum">
              <a:rPr lang="en-US" smtClean="0"/>
              <a:t>‹#›</a:t>
            </a:fld>
            <a:endParaRPr lang="en-US"/>
          </a:p>
        </p:txBody>
      </p:sp>
    </p:spTree>
    <p:extLst>
      <p:ext uri="{BB962C8B-B14F-4D97-AF65-F5344CB8AC3E}">
        <p14:creationId xmlns:p14="http://schemas.microsoft.com/office/powerpoint/2010/main" val="16327195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FBEE0B-6D9B-46A9-AFF9-8EC8C2703DA7}" type="datetimeFigureOut">
              <a:rPr lang="en-US" smtClean="0"/>
              <a:t>5/10/2026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18D70D7-C2EC-4F39-85DA-1217899647F7}" type="slidenum">
              <a:rPr lang="en-US" smtClean="0"/>
              <a:t>‹#›</a:t>
            </a:fld>
            <a:endParaRPr lang="en-US"/>
          </a:p>
        </p:txBody>
      </p:sp>
    </p:spTree>
    <p:extLst>
      <p:ext uri="{BB962C8B-B14F-4D97-AF65-F5344CB8AC3E}">
        <p14:creationId xmlns:p14="http://schemas.microsoft.com/office/powerpoint/2010/main" val="606688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731520"/>
            <a:ext cx="5898356" cy="2560320"/>
          </a:xfrm>
        </p:spPr>
        <p:txBody>
          <a:bodyPr anchor="b"/>
          <a:lstStyle>
            <a:lvl1pPr>
              <a:defRPr sz="4800"/>
            </a:lvl1pPr>
          </a:lstStyle>
          <a:p>
            <a:r>
              <a:rPr lang="en-US"/>
              <a:t>Click to edit Master title style</a:t>
            </a:r>
            <a:endParaRPr lang="en-US" dirty="0"/>
          </a:p>
        </p:txBody>
      </p:sp>
      <p:sp>
        <p:nvSpPr>
          <p:cNvPr id="3" name="Content Placeholder 2"/>
          <p:cNvSpPr>
            <a:spLocks noGrp="1"/>
          </p:cNvSpPr>
          <p:nvPr>
            <p:ph idx="1"/>
          </p:nvPr>
        </p:nvSpPr>
        <p:spPr>
          <a:xfrm>
            <a:off x="7774782" y="1579881"/>
            <a:ext cx="9258300" cy="7797800"/>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59683" y="3291842"/>
            <a:ext cx="5898356" cy="6098541"/>
          </a:xfrm>
        </p:spPr>
        <p:txBody>
          <a:bodyPr/>
          <a:lstStyle>
            <a:lvl1pPr marL="0" indent="0">
              <a:buNone/>
              <a:defRPr sz="2400"/>
            </a:lvl1pPr>
            <a:lvl2pPr marL="685819" indent="0">
              <a:buNone/>
              <a:defRPr sz="2100"/>
            </a:lvl2pPr>
            <a:lvl3pPr marL="1371639" indent="0">
              <a:buNone/>
              <a:defRPr sz="1800"/>
            </a:lvl3pPr>
            <a:lvl4pPr marL="2057458" indent="0">
              <a:buNone/>
              <a:defRPr sz="1500"/>
            </a:lvl4pPr>
            <a:lvl5pPr marL="2743276" indent="0">
              <a:buNone/>
              <a:defRPr sz="1500"/>
            </a:lvl5pPr>
            <a:lvl6pPr marL="3429096" indent="0">
              <a:buNone/>
              <a:defRPr sz="1500"/>
            </a:lvl6pPr>
            <a:lvl7pPr marL="4114915" indent="0">
              <a:buNone/>
              <a:defRPr sz="1500"/>
            </a:lvl7pPr>
            <a:lvl8pPr marL="4800735" indent="0">
              <a:buNone/>
              <a:defRPr sz="1500"/>
            </a:lvl8pPr>
            <a:lvl9pPr marL="5486554"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05FBEE0B-6D9B-46A9-AFF9-8EC8C2703DA7}" type="datetimeFigureOut">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8D70D7-C2EC-4F39-85DA-1217899647F7}" type="slidenum">
              <a:rPr lang="en-US" smtClean="0"/>
              <a:t>‹#›</a:t>
            </a:fld>
            <a:endParaRPr lang="en-US"/>
          </a:p>
        </p:txBody>
      </p:sp>
    </p:spTree>
    <p:extLst>
      <p:ext uri="{BB962C8B-B14F-4D97-AF65-F5344CB8AC3E}">
        <p14:creationId xmlns:p14="http://schemas.microsoft.com/office/powerpoint/2010/main" val="2458125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59683" y="731520"/>
            <a:ext cx="5898356" cy="2560320"/>
          </a:xfrm>
        </p:spPr>
        <p:txBody>
          <a:bodyPr anchor="b"/>
          <a:lstStyle>
            <a:lvl1pPr>
              <a:defRPr sz="4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774782" y="1579881"/>
            <a:ext cx="9258300" cy="7797800"/>
          </a:xfrm>
        </p:spPr>
        <p:txBody>
          <a:bodyPr anchor="t"/>
          <a:lstStyle>
            <a:lvl1pPr marL="0" indent="0">
              <a:buNone/>
              <a:defRPr sz="4800"/>
            </a:lvl1pPr>
            <a:lvl2pPr marL="685819" indent="0">
              <a:buNone/>
              <a:defRPr sz="4200"/>
            </a:lvl2pPr>
            <a:lvl3pPr marL="1371639" indent="0">
              <a:buNone/>
              <a:defRPr sz="3600"/>
            </a:lvl3pPr>
            <a:lvl4pPr marL="2057458" indent="0">
              <a:buNone/>
              <a:defRPr sz="3000"/>
            </a:lvl4pPr>
            <a:lvl5pPr marL="2743276" indent="0">
              <a:buNone/>
              <a:defRPr sz="3000"/>
            </a:lvl5pPr>
            <a:lvl6pPr marL="3429096" indent="0">
              <a:buNone/>
              <a:defRPr sz="3000"/>
            </a:lvl6pPr>
            <a:lvl7pPr marL="4114915" indent="0">
              <a:buNone/>
              <a:defRPr sz="3000"/>
            </a:lvl7pPr>
            <a:lvl8pPr marL="4800735" indent="0">
              <a:buNone/>
              <a:defRPr sz="3000"/>
            </a:lvl8pPr>
            <a:lvl9pPr marL="5486554" indent="0">
              <a:buNone/>
              <a:defRPr sz="3000"/>
            </a:lvl9pPr>
          </a:lstStyle>
          <a:p>
            <a:r>
              <a:rPr lang="en-US"/>
              <a:t>Click icon to add picture</a:t>
            </a:r>
            <a:endParaRPr lang="en-US" dirty="0"/>
          </a:p>
        </p:txBody>
      </p:sp>
      <p:sp>
        <p:nvSpPr>
          <p:cNvPr id="4" name="Text Placeholder 3"/>
          <p:cNvSpPr>
            <a:spLocks noGrp="1"/>
          </p:cNvSpPr>
          <p:nvPr>
            <p:ph type="body" sz="half" idx="2"/>
          </p:nvPr>
        </p:nvSpPr>
        <p:spPr>
          <a:xfrm>
            <a:off x="1259683" y="3291842"/>
            <a:ext cx="5898356" cy="6098541"/>
          </a:xfrm>
        </p:spPr>
        <p:txBody>
          <a:bodyPr/>
          <a:lstStyle>
            <a:lvl1pPr marL="0" indent="0">
              <a:buNone/>
              <a:defRPr sz="2400"/>
            </a:lvl1pPr>
            <a:lvl2pPr marL="685819" indent="0">
              <a:buNone/>
              <a:defRPr sz="2100"/>
            </a:lvl2pPr>
            <a:lvl3pPr marL="1371639" indent="0">
              <a:buNone/>
              <a:defRPr sz="1800"/>
            </a:lvl3pPr>
            <a:lvl4pPr marL="2057458" indent="0">
              <a:buNone/>
              <a:defRPr sz="1500"/>
            </a:lvl4pPr>
            <a:lvl5pPr marL="2743276" indent="0">
              <a:buNone/>
              <a:defRPr sz="1500"/>
            </a:lvl5pPr>
            <a:lvl6pPr marL="3429096" indent="0">
              <a:buNone/>
              <a:defRPr sz="1500"/>
            </a:lvl6pPr>
            <a:lvl7pPr marL="4114915" indent="0">
              <a:buNone/>
              <a:defRPr sz="1500"/>
            </a:lvl7pPr>
            <a:lvl8pPr marL="4800735" indent="0">
              <a:buNone/>
              <a:defRPr sz="1500"/>
            </a:lvl8pPr>
            <a:lvl9pPr marL="5486554" indent="0">
              <a:buNone/>
              <a:defRPr sz="1500"/>
            </a:lvl9pPr>
          </a:lstStyle>
          <a:p>
            <a:pPr lvl="0"/>
            <a:r>
              <a:rPr lang="en-US"/>
              <a:t>Click to edit Master text styles</a:t>
            </a:r>
          </a:p>
        </p:txBody>
      </p:sp>
      <p:sp>
        <p:nvSpPr>
          <p:cNvPr id="5" name="Date Placeholder 4"/>
          <p:cNvSpPr>
            <a:spLocks noGrp="1"/>
          </p:cNvSpPr>
          <p:nvPr>
            <p:ph type="dt" sz="half" idx="10"/>
          </p:nvPr>
        </p:nvSpPr>
        <p:spPr/>
        <p:txBody>
          <a:bodyPr/>
          <a:lstStyle/>
          <a:p>
            <a:fld id="{05FBEE0B-6D9B-46A9-AFF9-8EC8C2703DA7}" type="datetimeFigureOut">
              <a:rPr lang="en-US" smtClean="0"/>
              <a:t>5/10/2026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18D70D7-C2EC-4F39-85DA-1217899647F7}" type="slidenum">
              <a:rPr lang="en-US" smtClean="0"/>
              <a:t>‹#›</a:t>
            </a:fld>
            <a:endParaRPr lang="en-US"/>
          </a:p>
        </p:txBody>
      </p:sp>
    </p:spTree>
    <p:extLst>
      <p:ext uri="{BB962C8B-B14F-4D97-AF65-F5344CB8AC3E}">
        <p14:creationId xmlns:p14="http://schemas.microsoft.com/office/powerpoint/2010/main" val="836036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FBEE0B-6D9B-46A9-AFF9-8EC8C2703DA7}"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8D70D7-C2EC-4F39-85DA-1217899647F7}" type="slidenum">
              <a:rPr lang="en-US" smtClean="0"/>
              <a:t>‹#›</a:t>
            </a:fld>
            <a:endParaRPr lang="en-US"/>
          </a:p>
        </p:txBody>
      </p:sp>
    </p:spTree>
    <p:extLst>
      <p:ext uri="{BB962C8B-B14F-4D97-AF65-F5344CB8AC3E}">
        <p14:creationId xmlns:p14="http://schemas.microsoft.com/office/powerpoint/2010/main" val="1346328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84201"/>
            <a:ext cx="3943350" cy="929894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584201"/>
            <a:ext cx="11601450" cy="929894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5FBEE0B-6D9B-46A9-AFF9-8EC8C2703DA7}" type="datetimeFigureOut">
              <a:rPr lang="en-US" smtClean="0"/>
              <a:t>5/10/2026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8D70D7-C2EC-4F39-85DA-1217899647F7}" type="slidenum">
              <a:rPr lang="en-US" smtClean="0"/>
              <a:t>‹#›</a:t>
            </a:fld>
            <a:endParaRPr lang="en-US"/>
          </a:p>
        </p:txBody>
      </p:sp>
    </p:spTree>
    <p:extLst>
      <p:ext uri="{BB962C8B-B14F-4D97-AF65-F5344CB8AC3E}">
        <p14:creationId xmlns:p14="http://schemas.microsoft.com/office/powerpoint/2010/main" val="11124561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84202"/>
            <a:ext cx="15773400" cy="212090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57300" y="2921001"/>
            <a:ext cx="15773400" cy="696214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7300" y="10170161"/>
            <a:ext cx="4114800" cy="584200"/>
          </a:xfrm>
          <a:prstGeom prst="rect">
            <a:avLst/>
          </a:prstGeom>
        </p:spPr>
        <p:txBody>
          <a:bodyPr vert="horz" lIns="91440" tIns="45720" rIns="91440" bIns="45720" rtlCol="0" anchor="ctr"/>
          <a:lstStyle>
            <a:lvl1pPr algn="l">
              <a:defRPr sz="1800">
                <a:solidFill>
                  <a:schemeClr val="tx1">
                    <a:tint val="75000"/>
                  </a:schemeClr>
                </a:solidFill>
              </a:defRPr>
            </a:lvl1pPr>
          </a:lstStyle>
          <a:p>
            <a:fld id="{05FBEE0B-6D9B-46A9-AFF9-8EC8C2703DA7}" type="datetimeFigureOut">
              <a:rPr lang="en-US" smtClean="0"/>
              <a:t>5/10/2026</a:t>
            </a:fld>
            <a:endParaRPr lang="en-US"/>
          </a:p>
        </p:txBody>
      </p:sp>
      <p:sp>
        <p:nvSpPr>
          <p:cNvPr id="5" name="Footer Placeholder 4"/>
          <p:cNvSpPr>
            <a:spLocks noGrp="1"/>
          </p:cNvSpPr>
          <p:nvPr>
            <p:ph type="ftr" sz="quarter" idx="3"/>
          </p:nvPr>
        </p:nvSpPr>
        <p:spPr>
          <a:xfrm>
            <a:off x="6057900" y="10170161"/>
            <a:ext cx="6172200" cy="584200"/>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2915900" y="10170161"/>
            <a:ext cx="4114800" cy="584200"/>
          </a:xfrm>
          <a:prstGeom prst="rect">
            <a:avLst/>
          </a:prstGeom>
        </p:spPr>
        <p:txBody>
          <a:bodyPr vert="horz" lIns="91440" tIns="45720" rIns="91440" bIns="45720" rtlCol="0" anchor="ctr"/>
          <a:lstStyle>
            <a:lvl1pPr algn="r">
              <a:defRPr sz="1800">
                <a:solidFill>
                  <a:schemeClr val="tx1">
                    <a:tint val="75000"/>
                  </a:schemeClr>
                </a:solidFill>
              </a:defRPr>
            </a:lvl1pPr>
          </a:lstStyle>
          <a:p>
            <a:fld id="{018D70D7-C2EC-4F39-85DA-1217899647F7}" type="slidenum">
              <a:rPr lang="en-US" smtClean="0"/>
              <a:t>‹#›</a:t>
            </a:fld>
            <a:endParaRPr lang="en-US"/>
          </a:p>
        </p:txBody>
      </p:sp>
    </p:spTree>
    <p:extLst>
      <p:ext uri="{BB962C8B-B14F-4D97-AF65-F5344CB8AC3E}">
        <p14:creationId xmlns:p14="http://schemas.microsoft.com/office/powerpoint/2010/main" val="2799340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371639"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9" indent="-342909" algn="l" defTabSz="1371639"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29" indent="-342909" algn="l" defTabSz="1371639" rtl="0" eaLnBrk="1" latinLnBrk="0" hangingPunct="1">
        <a:lnSpc>
          <a:spcPct val="90000"/>
        </a:lnSpc>
        <a:spcBef>
          <a:spcPts val="751"/>
        </a:spcBef>
        <a:buFont typeface="Arial" panose="020B0604020202020204" pitchFamily="34" charset="0"/>
        <a:buChar char="•"/>
        <a:defRPr sz="3600" kern="1200">
          <a:solidFill>
            <a:schemeClr val="tx1"/>
          </a:solidFill>
          <a:latin typeface="+mn-lt"/>
          <a:ea typeface="+mn-ea"/>
          <a:cs typeface="+mn-cs"/>
        </a:defRPr>
      </a:lvl2pPr>
      <a:lvl3pPr marL="1714548" indent="-342909" algn="l" defTabSz="1371639" rtl="0" eaLnBrk="1" latinLnBrk="0" hangingPunct="1">
        <a:lnSpc>
          <a:spcPct val="90000"/>
        </a:lnSpc>
        <a:spcBef>
          <a:spcPts val="751"/>
        </a:spcBef>
        <a:buFont typeface="Arial" panose="020B0604020202020204" pitchFamily="34" charset="0"/>
        <a:buChar char="•"/>
        <a:defRPr sz="3000" kern="1200">
          <a:solidFill>
            <a:schemeClr val="tx1"/>
          </a:solidFill>
          <a:latin typeface="+mn-lt"/>
          <a:ea typeface="+mn-ea"/>
          <a:cs typeface="+mn-cs"/>
        </a:defRPr>
      </a:lvl3pPr>
      <a:lvl4pPr marL="2400367" indent="-342909" algn="l" defTabSz="1371639" rtl="0" eaLnBrk="1" latinLnBrk="0" hangingPunct="1">
        <a:lnSpc>
          <a:spcPct val="90000"/>
        </a:lnSpc>
        <a:spcBef>
          <a:spcPts val="751"/>
        </a:spcBef>
        <a:buFont typeface="Arial" panose="020B0604020202020204" pitchFamily="34" charset="0"/>
        <a:buChar char="•"/>
        <a:defRPr sz="2700" kern="1200">
          <a:solidFill>
            <a:schemeClr val="tx1"/>
          </a:solidFill>
          <a:latin typeface="+mn-lt"/>
          <a:ea typeface="+mn-ea"/>
          <a:cs typeface="+mn-cs"/>
        </a:defRPr>
      </a:lvl4pPr>
      <a:lvl5pPr marL="3086187" indent="-342909" algn="l" defTabSz="1371639" rtl="0" eaLnBrk="1" latinLnBrk="0" hangingPunct="1">
        <a:lnSpc>
          <a:spcPct val="90000"/>
        </a:lnSpc>
        <a:spcBef>
          <a:spcPts val="751"/>
        </a:spcBef>
        <a:buFont typeface="Arial" panose="020B0604020202020204" pitchFamily="34" charset="0"/>
        <a:buChar char="•"/>
        <a:defRPr sz="2700" kern="1200">
          <a:solidFill>
            <a:schemeClr val="tx1"/>
          </a:solidFill>
          <a:latin typeface="+mn-lt"/>
          <a:ea typeface="+mn-ea"/>
          <a:cs typeface="+mn-cs"/>
        </a:defRPr>
      </a:lvl5pPr>
      <a:lvl6pPr marL="3772006" indent="-342909" algn="l" defTabSz="1371639" rtl="0" eaLnBrk="1" latinLnBrk="0" hangingPunct="1">
        <a:lnSpc>
          <a:spcPct val="90000"/>
        </a:lnSpc>
        <a:spcBef>
          <a:spcPts val="751"/>
        </a:spcBef>
        <a:buFont typeface="Arial" panose="020B0604020202020204" pitchFamily="34" charset="0"/>
        <a:buChar char="•"/>
        <a:defRPr sz="2700" kern="1200">
          <a:solidFill>
            <a:schemeClr val="tx1"/>
          </a:solidFill>
          <a:latin typeface="+mn-lt"/>
          <a:ea typeface="+mn-ea"/>
          <a:cs typeface="+mn-cs"/>
        </a:defRPr>
      </a:lvl6pPr>
      <a:lvl7pPr marL="4457825" indent="-342909" algn="l" defTabSz="1371639" rtl="0" eaLnBrk="1" latinLnBrk="0" hangingPunct="1">
        <a:lnSpc>
          <a:spcPct val="90000"/>
        </a:lnSpc>
        <a:spcBef>
          <a:spcPts val="751"/>
        </a:spcBef>
        <a:buFont typeface="Arial" panose="020B0604020202020204" pitchFamily="34" charset="0"/>
        <a:buChar char="•"/>
        <a:defRPr sz="2700" kern="1200">
          <a:solidFill>
            <a:schemeClr val="tx1"/>
          </a:solidFill>
          <a:latin typeface="+mn-lt"/>
          <a:ea typeface="+mn-ea"/>
          <a:cs typeface="+mn-cs"/>
        </a:defRPr>
      </a:lvl7pPr>
      <a:lvl8pPr marL="5143644" indent="-342909" algn="l" defTabSz="1371639" rtl="0" eaLnBrk="1" latinLnBrk="0" hangingPunct="1">
        <a:lnSpc>
          <a:spcPct val="90000"/>
        </a:lnSpc>
        <a:spcBef>
          <a:spcPts val="751"/>
        </a:spcBef>
        <a:buFont typeface="Arial" panose="020B0604020202020204" pitchFamily="34" charset="0"/>
        <a:buChar char="•"/>
        <a:defRPr sz="2700" kern="1200">
          <a:solidFill>
            <a:schemeClr val="tx1"/>
          </a:solidFill>
          <a:latin typeface="+mn-lt"/>
          <a:ea typeface="+mn-ea"/>
          <a:cs typeface="+mn-cs"/>
        </a:defRPr>
      </a:lvl8pPr>
      <a:lvl9pPr marL="5829463" indent="-342909" algn="l" defTabSz="1371639" rtl="0" eaLnBrk="1" latinLnBrk="0" hangingPunct="1">
        <a:lnSpc>
          <a:spcPct val="90000"/>
        </a:lnSpc>
        <a:spcBef>
          <a:spcPts val="751"/>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39" rtl="0" eaLnBrk="1" latinLnBrk="0" hangingPunct="1">
        <a:defRPr sz="2700" kern="1200">
          <a:solidFill>
            <a:schemeClr val="tx1"/>
          </a:solidFill>
          <a:latin typeface="+mn-lt"/>
          <a:ea typeface="+mn-ea"/>
          <a:cs typeface="+mn-cs"/>
        </a:defRPr>
      </a:lvl1pPr>
      <a:lvl2pPr marL="685819" algn="l" defTabSz="1371639" rtl="0" eaLnBrk="1" latinLnBrk="0" hangingPunct="1">
        <a:defRPr sz="2700" kern="1200">
          <a:solidFill>
            <a:schemeClr val="tx1"/>
          </a:solidFill>
          <a:latin typeface="+mn-lt"/>
          <a:ea typeface="+mn-ea"/>
          <a:cs typeface="+mn-cs"/>
        </a:defRPr>
      </a:lvl2pPr>
      <a:lvl3pPr marL="1371639" algn="l" defTabSz="1371639" rtl="0" eaLnBrk="1" latinLnBrk="0" hangingPunct="1">
        <a:defRPr sz="2700" kern="1200">
          <a:solidFill>
            <a:schemeClr val="tx1"/>
          </a:solidFill>
          <a:latin typeface="+mn-lt"/>
          <a:ea typeface="+mn-ea"/>
          <a:cs typeface="+mn-cs"/>
        </a:defRPr>
      </a:lvl3pPr>
      <a:lvl4pPr marL="2057458" algn="l" defTabSz="1371639" rtl="0" eaLnBrk="1" latinLnBrk="0" hangingPunct="1">
        <a:defRPr sz="2700" kern="1200">
          <a:solidFill>
            <a:schemeClr val="tx1"/>
          </a:solidFill>
          <a:latin typeface="+mn-lt"/>
          <a:ea typeface="+mn-ea"/>
          <a:cs typeface="+mn-cs"/>
        </a:defRPr>
      </a:lvl4pPr>
      <a:lvl5pPr marL="2743276" algn="l" defTabSz="1371639" rtl="0" eaLnBrk="1" latinLnBrk="0" hangingPunct="1">
        <a:defRPr sz="2700" kern="1200">
          <a:solidFill>
            <a:schemeClr val="tx1"/>
          </a:solidFill>
          <a:latin typeface="+mn-lt"/>
          <a:ea typeface="+mn-ea"/>
          <a:cs typeface="+mn-cs"/>
        </a:defRPr>
      </a:lvl5pPr>
      <a:lvl6pPr marL="3429096" algn="l" defTabSz="1371639" rtl="0" eaLnBrk="1" latinLnBrk="0" hangingPunct="1">
        <a:defRPr sz="2700" kern="1200">
          <a:solidFill>
            <a:schemeClr val="tx1"/>
          </a:solidFill>
          <a:latin typeface="+mn-lt"/>
          <a:ea typeface="+mn-ea"/>
          <a:cs typeface="+mn-cs"/>
        </a:defRPr>
      </a:lvl6pPr>
      <a:lvl7pPr marL="4114915" algn="l" defTabSz="1371639" rtl="0" eaLnBrk="1" latinLnBrk="0" hangingPunct="1">
        <a:defRPr sz="2700" kern="1200">
          <a:solidFill>
            <a:schemeClr val="tx1"/>
          </a:solidFill>
          <a:latin typeface="+mn-lt"/>
          <a:ea typeface="+mn-ea"/>
          <a:cs typeface="+mn-cs"/>
        </a:defRPr>
      </a:lvl7pPr>
      <a:lvl8pPr marL="4800735" algn="l" defTabSz="1371639" rtl="0" eaLnBrk="1" latinLnBrk="0" hangingPunct="1">
        <a:defRPr sz="2700" kern="1200">
          <a:solidFill>
            <a:schemeClr val="tx1"/>
          </a:solidFill>
          <a:latin typeface="+mn-lt"/>
          <a:ea typeface="+mn-ea"/>
          <a:cs typeface="+mn-cs"/>
        </a:defRPr>
      </a:lvl8pPr>
      <a:lvl9pPr marL="5486554" algn="l" defTabSz="1371639"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 Type="http://schemas.openxmlformats.org/officeDocument/2006/relationships/notesSlide" Target="../notesSlides/notesSlide1.xml"/><Relationship Id="rId16"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13" Type="http://schemas.openxmlformats.org/officeDocument/2006/relationships/image" Target="../media/image20.png"/><Relationship Id="rId18" Type="http://schemas.openxmlformats.org/officeDocument/2006/relationships/image" Target="../media/image25.png"/><Relationship Id="rId3" Type="http://schemas.openxmlformats.org/officeDocument/2006/relationships/image" Target="../media/image10.png"/><Relationship Id="rId7" Type="http://schemas.openxmlformats.org/officeDocument/2006/relationships/image" Target="../media/image14.png"/><Relationship Id="rId12" Type="http://schemas.openxmlformats.org/officeDocument/2006/relationships/image" Target="../media/image19.png"/><Relationship Id="rId17" Type="http://schemas.openxmlformats.org/officeDocument/2006/relationships/image" Target="../media/image24.png"/><Relationship Id="rId2" Type="http://schemas.openxmlformats.org/officeDocument/2006/relationships/notesSlide" Target="../notesSlides/notesSlide2.xml"/><Relationship Id="rId16"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5" Type="http://schemas.openxmlformats.org/officeDocument/2006/relationships/image" Target="../media/image2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 Id="rId14" Type="http://schemas.openxmlformats.org/officeDocument/2006/relationships/image" Target="../media/image21.png"/></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E32A8-C3A4-AFE0-3731-474CF8E0B4E7}"/>
              </a:ext>
            </a:extLst>
          </p:cNvPr>
          <p:cNvSpPr>
            <a:spLocks noGrp="1"/>
          </p:cNvSpPr>
          <p:nvPr>
            <p:ph type="ctrTitle"/>
          </p:nvPr>
        </p:nvSpPr>
        <p:spPr/>
        <p:txBody>
          <a:bodyPr/>
          <a:lstStyle/>
          <a:p>
            <a:r>
              <a:rPr lang="en-US" dirty="0"/>
              <a:t>The Arithmetic Jump</a:t>
            </a:r>
            <a:endParaRPr lang="en-GB" dirty="0"/>
          </a:p>
        </p:txBody>
      </p:sp>
      <p:sp>
        <p:nvSpPr>
          <p:cNvPr id="3" name="Subtitle 2">
            <a:extLst>
              <a:ext uri="{FF2B5EF4-FFF2-40B4-BE49-F238E27FC236}">
                <a16:creationId xmlns:a16="http://schemas.microsoft.com/office/drawing/2014/main" id="{02ED9588-E07A-0D26-3931-FAD2D987DF32}"/>
              </a:ext>
            </a:extLst>
          </p:cNvPr>
          <p:cNvSpPr>
            <a:spLocks noGrp="1"/>
          </p:cNvSpPr>
          <p:nvPr>
            <p:ph type="subTitle" idx="1"/>
          </p:nvPr>
        </p:nvSpPr>
        <p:spPr/>
        <p:txBody>
          <a:bodyPr/>
          <a:lstStyle/>
          <a:p>
            <a:r>
              <a:rPr lang="en-US" dirty="0"/>
              <a:t>Paul A. Gagniuc</a:t>
            </a:r>
            <a:endParaRPr lang="en-GB" dirty="0"/>
          </a:p>
        </p:txBody>
      </p:sp>
      <p:sp>
        <p:nvSpPr>
          <p:cNvPr id="4" name="Rectangle 3">
            <a:extLst>
              <a:ext uri="{FF2B5EF4-FFF2-40B4-BE49-F238E27FC236}">
                <a16:creationId xmlns:a16="http://schemas.microsoft.com/office/drawing/2014/main" id="{25A49194-D169-A191-B092-585FFBBC79D0}"/>
              </a:ext>
            </a:extLst>
          </p:cNvPr>
          <p:cNvSpPr/>
          <p:nvPr/>
        </p:nvSpPr>
        <p:spPr>
          <a:xfrm flipV="1">
            <a:off x="0" y="5445150"/>
            <a:ext cx="18288000" cy="82499"/>
          </a:xfrm>
          <a:prstGeom prst="rect">
            <a:avLst/>
          </a:prstGeom>
          <a:solidFill>
            <a:schemeClr val="tx1">
              <a:lumMod val="75000"/>
              <a:lumOff val="2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704232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82CE6F-EB35-372A-E1E8-52B3CAABE417}"/>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B75B65FB-687B-BEC1-C0A4-F26364592DDB}"/>
              </a:ext>
            </a:extLst>
          </p:cNvPr>
          <p:cNvSpPr/>
          <p:nvPr/>
        </p:nvSpPr>
        <p:spPr>
          <a:xfrm>
            <a:off x="6794722" y="3116128"/>
            <a:ext cx="9693661" cy="2974974"/>
          </a:xfrm>
          <a:custGeom>
            <a:avLst/>
            <a:gdLst>
              <a:gd name="csX0" fmla="*/ 0 w 10175442"/>
              <a:gd name="csY0" fmla="*/ 0 h 2660342"/>
              <a:gd name="csX1" fmla="*/ 10175442 w 10175442"/>
              <a:gd name="csY1" fmla="*/ 0 h 2660342"/>
              <a:gd name="csX2" fmla="*/ 10175442 w 10175442"/>
              <a:gd name="csY2" fmla="*/ 2660342 h 2660342"/>
              <a:gd name="csX3" fmla="*/ 0 w 10175442"/>
              <a:gd name="csY3" fmla="*/ 2660342 h 2660342"/>
              <a:gd name="csX4" fmla="*/ 0 w 10175442"/>
              <a:gd name="csY4" fmla="*/ 0 h 2660342"/>
              <a:gd name="csX0" fmla="*/ 0 w 10175442"/>
              <a:gd name="csY0" fmla="*/ 0 h 2660342"/>
              <a:gd name="csX1" fmla="*/ 10175442 w 10175442"/>
              <a:gd name="csY1" fmla="*/ 0 h 2660342"/>
              <a:gd name="csX2" fmla="*/ 3273197 w 10175442"/>
              <a:gd name="csY2" fmla="*/ 2660342 h 2660342"/>
              <a:gd name="csX3" fmla="*/ 0 w 10175442"/>
              <a:gd name="csY3" fmla="*/ 2660342 h 2660342"/>
              <a:gd name="csX4" fmla="*/ 0 w 10175442"/>
              <a:gd name="csY4" fmla="*/ 0 h 2660342"/>
              <a:gd name="csX0" fmla="*/ 2379407 w 10175442"/>
              <a:gd name="csY0" fmla="*/ 0 h 2709503"/>
              <a:gd name="csX1" fmla="*/ 10175442 w 10175442"/>
              <a:gd name="csY1" fmla="*/ 49161 h 2709503"/>
              <a:gd name="csX2" fmla="*/ 3273197 w 10175442"/>
              <a:gd name="csY2" fmla="*/ 2709503 h 2709503"/>
              <a:gd name="csX3" fmla="*/ 0 w 10175442"/>
              <a:gd name="csY3" fmla="*/ 2709503 h 2709503"/>
              <a:gd name="csX4" fmla="*/ 2379407 w 10175442"/>
              <a:gd name="csY4" fmla="*/ 0 h 2709503"/>
              <a:gd name="csX0" fmla="*/ 1897626 w 9693661"/>
              <a:gd name="csY0" fmla="*/ 0 h 2925812"/>
              <a:gd name="csX1" fmla="*/ 9693661 w 9693661"/>
              <a:gd name="csY1" fmla="*/ 49161 h 2925812"/>
              <a:gd name="csX2" fmla="*/ 2791416 w 9693661"/>
              <a:gd name="csY2" fmla="*/ 2709503 h 2925812"/>
              <a:gd name="csX3" fmla="*/ 0 w 9693661"/>
              <a:gd name="csY3" fmla="*/ 2925812 h 2925812"/>
              <a:gd name="csX4" fmla="*/ 1897626 w 9693661"/>
              <a:gd name="csY4" fmla="*/ 0 h 2925812"/>
              <a:gd name="csX0" fmla="*/ 1897626 w 9693661"/>
              <a:gd name="csY0" fmla="*/ 0 h 2974974"/>
              <a:gd name="csX1" fmla="*/ 9693661 w 9693661"/>
              <a:gd name="csY1" fmla="*/ 49161 h 2974974"/>
              <a:gd name="csX2" fmla="*/ 3204370 w 9693661"/>
              <a:gd name="csY2" fmla="*/ 2974974 h 2974974"/>
              <a:gd name="csX3" fmla="*/ 0 w 9693661"/>
              <a:gd name="csY3" fmla="*/ 2925812 h 2974974"/>
              <a:gd name="csX4" fmla="*/ 1897626 w 9693661"/>
              <a:gd name="csY4" fmla="*/ 0 h 2974974"/>
            </a:gdLst>
            <a:ahLst/>
            <a:cxnLst>
              <a:cxn ang="0">
                <a:pos x="csX0" y="csY0"/>
              </a:cxn>
              <a:cxn ang="0">
                <a:pos x="csX1" y="csY1"/>
              </a:cxn>
              <a:cxn ang="0">
                <a:pos x="csX2" y="csY2"/>
              </a:cxn>
              <a:cxn ang="0">
                <a:pos x="csX3" y="csY3"/>
              </a:cxn>
              <a:cxn ang="0">
                <a:pos x="csX4" y="csY4"/>
              </a:cxn>
            </a:cxnLst>
            <a:rect l="l" t="t" r="r" b="b"/>
            <a:pathLst>
              <a:path w="9693661" h="2974974">
                <a:moveTo>
                  <a:pt x="1897626" y="0"/>
                </a:moveTo>
                <a:lnTo>
                  <a:pt x="9693661" y="49161"/>
                </a:lnTo>
                <a:lnTo>
                  <a:pt x="3204370" y="2974974"/>
                </a:lnTo>
                <a:lnTo>
                  <a:pt x="0" y="2925812"/>
                </a:lnTo>
                <a:lnTo>
                  <a:pt x="1897626" y="0"/>
                </a:lnTo>
                <a:close/>
              </a:path>
            </a:pathLst>
          </a:cu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4">
            <a:extLst>
              <a:ext uri="{FF2B5EF4-FFF2-40B4-BE49-F238E27FC236}">
                <a16:creationId xmlns:a16="http://schemas.microsoft.com/office/drawing/2014/main" id="{84179D5A-8DDA-176E-54E5-F7DBACCCFDEB}"/>
              </a:ext>
            </a:extLst>
          </p:cNvPr>
          <p:cNvSpPr/>
          <p:nvPr/>
        </p:nvSpPr>
        <p:spPr>
          <a:xfrm>
            <a:off x="801185" y="3127067"/>
            <a:ext cx="7864861" cy="4056522"/>
          </a:xfrm>
          <a:custGeom>
            <a:avLst/>
            <a:gdLst>
              <a:gd name="csX0" fmla="*/ 0 w 10175442"/>
              <a:gd name="csY0" fmla="*/ 0 h 2660342"/>
              <a:gd name="csX1" fmla="*/ 10175442 w 10175442"/>
              <a:gd name="csY1" fmla="*/ 0 h 2660342"/>
              <a:gd name="csX2" fmla="*/ 10175442 w 10175442"/>
              <a:gd name="csY2" fmla="*/ 2660342 h 2660342"/>
              <a:gd name="csX3" fmla="*/ 0 w 10175442"/>
              <a:gd name="csY3" fmla="*/ 2660342 h 2660342"/>
              <a:gd name="csX4" fmla="*/ 0 w 10175442"/>
              <a:gd name="csY4" fmla="*/ 0 h 2660342"/>
              <a:gd name="csX0" fmla="*/ 0 w 10175442"/>
              <a:gd name="csY0" fmla="*/ 0 h 2660342"/>
              <a:gd name="csX1" fmla="*/ 10175442 w 10175442"/>
              <a:gd name="csY1" fmla="*/ 0 h 2660342"/>
              <a:gd name="csX2" fmla="*/ 3273197 w 10175442"/>
              <a:gd name="csY2" fmla="*/ 2660342 h 2660342"/>
              <a:gd name="csX3" fmla="*/ 0 w 10175442"/>
              <a:gd name="csY3" fmla="*/ 2660342 h 2660342"/>
              <a:gd name="csX4" fmla="*/ 0 w 10175442"/>
              <a:gd name="csY4" fmla="*/ 0 h 2660342"/>
              <a:gd name="csX0" fmla="*/ 2379407 w 10175442"/>
              <a:gd name="csY0" fmla="*/ 0 h 2709503"/>
              <a:gd name="csX1" fmla="*/ 10175442 w 10175442"/>
              <a:gd name="csY1" fmla="*/ 49161 h 2709503"/>
              <a:gd name="csX2" fmla="*/ 3273197 w 10175442"/>
              <a:gd name="csY2" fmla="*/ 2709503 h 2709503"/>
              <a:gd name="csX3" fmla="*/ 0 w 10175442"/>
              <a:gd name="csY3" fmla="*/ 2709503 h 2709503"/>
              <a:gd name="csX4" fmla="*/ 2379407 w 10175442"/>
              <a:gd name="csY4" fmla="*/ 0 h 2709503"/>
              <a:gd name="csX0" fmla="*/ 0 w 10450745"/>
              <a:gd name="csY0" fmla="*/ 0 h 2758664"/>
              <a:gd name="csX1" fmla="*/ 10450745 w 10450745"/>
              <a:gd name="csY1" fmla="*/ 98322 h 2758664"/>
              <a:gd name="csX2" fmla="*/ 3548500 w 10450745"/>
              <a:gd name="csY2" fmla="*/ 2758664 h 2758664"/>
              <a:gd name="csX3" fmla="*/ 275303 w 10450745"/>
              <a:gd name="csY3" fmla="*/ 2758664 h 2758664"/>
              <a:gd name="csX4" fmla="*/ 0 w 10450745"/>
              <a:gd name="csY4" fmla="*/ 0 h 2758664"/>
              <a:gd name="csX0" fmla="*/ 0 w 7864861"/>
              <a:gd name="csY0" fmla="*/ 9833 h 2768497"/>
              <a:gd name="csX1" fmla="*/ 7864861 w 7864861"/>
              <a:gd name="csY1" fmla="*/ 0 h 2768497"/>
              <a:gd name="csX2" fmla="*/ 3548500 w 7864861"/>
              <a:gd name="csY2" fmla="*/ 2768497 h 2768497"/>
              <a:gd name="csX3" fmla="*/ 275303 w 7864861"/>
              <a:gd name="csY3" fmla="*/ 2768497 h 2768497"/>
              <a:gd name="csX4" fmla="*/ 0 w 7864861"/>
              <a:gd name="csY4" fmla="*/ 9833 h 2768497"/>
              <a:gd name="csX0" fmla="*/ 0 w 7864861"/>
              <a:gd name="csY0" fmla="*/ 9833 h 4027026"/>
              <a:gd name="csX1" fmla="*/ 7864861 w 7864861"/>
              <a:gd name="csY1" fmla="*/ 0 h 4027026"/>
              <a:gd name="csX2" fmla="*/ 3922126 w 7864861"/>
              <a:gd name="csY2" fmla="*/ 4027026 h 4027026"/>
              <a:gd name="csX3" fmla="*/ 275303 w 7864861"/>
              <a:gd name="csY3" fmla="*/ 2768497 h 4027026"/>
              <a:gd name="csX4" fmla="*/ 0 w 7864861"/>
              <a:gd name="csY4" fmla="*/ 9833 h 4027026"/>
              <a:gd name="csX0" fmla="*/ 0 w 7864861"/>
              <a:gd name="csY0" fmla="*/ 9833 h 4056522"/>
              <a:gd name="csX1" fmla="*/ 7864861 w 7864861"/>
              <a:gd name="csY1" fmla="*/ 0 h 4056522"/>
              <a:gd name="csX2" fmla="*/ 3922126 w 7864861"/>
              <a:gd name="csY2" fmla="*/ 4027026 h 4056522"/>
              <a:gd name="csX3" fmla="*/ 668593 w 7864861"/>
              <a:gd name="csY3" fmla="*/ 4056522 h 4056522"/>
              <a:gd name="csX4" fmla="*/ 0 w 7864861"/>
              <a:gd name="csY4" fmla="*/ 9833 h 4056522"/>
            </a:gdLst>
            <a:ahLst/>
            <a:cxnLst>
              <a:cxn ang="0">
                <a:pos x="csX0" y="csY0"/>
              </a:cxn>
              <a:cxn ang="0">
                <a:pos x="csX1" y="csY1"/>
              </a:cxn>
              <a:cxn ang="0">
                <a:pos x="csX2" y="csY2"/>
              </a:cxn>
              <a:cxn ang="0">
                <a:pos x="csX3" y="csY3"/>
              </a:cxn>
              <a:cxn ang="0">
                <a:pos x="csX4" y="csY4"/>
              </a:cxn>
            </a:cxnLst>
            <a:rect l="l" t="t" r="r" b="b"/>
            <a:pathLst>
              <a:path w="7864861" h="4056522">
                <a:moveTo>
                  <a:pt x="0" y="9833"/>
                </a:moveTo>
                <a:lnTo>
                  <a:pt x="7864861" y="0"/>
                </a:lnTo>
                <a:lnTo>
                  <a:pt x="3922126" y="4027026"/>
                </a:lnTo>
                <a:lnTo>
                  <a:pt x="668593" y="4056522"/>
                </a:lnTo>
                <a:lnTo>
                  <a:pt x="0" y="9833"/>
                </a:lnTo>
                <a:close/>
              </a:path>
            </a:pathLst>
          </a:cu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Rectangle 74">
            <a:extLst>
              <a:ext uri="{FF2B5EF4-FFF2-40B4-BE49-F238E27FC236}">
                <a16:creationId xmlns:a16="http://schemas.microsoft.com/office/drawing/2014/main" id="{D81C1082-4A9A-CA2D-5FA4-6C6EB826AAFC}"/>
              </a:ext>
            </a:extLst>
          </p:cNvPr>
          <p:cNvSpPr/>
          <p:nvPr/>
        </p:nvSpPr>
        <p:spPr>
          <a:xfrm>
            <a:off x="1448995" y="6042249"/>
            <a:ext cx="8602281" cy="3899206"/>
          </a:xfrm>
          <a:custGeom>
            <a:avLst/>
            <a:gdLst>
              <a:gd name="csX0" fmla="*/ 0 w 10175442"/>
              <a:gd name="csY0" fmla="*/ 0 h 2660342"/>
              <a:gd name="csX1" fmla="*/ 10175442 w 10175442"/>
              <a:gd name="csY1" fmla="*/ 0 h 2660342"/>
              <a:gd name="csX2" fmla="*/ 10175442 w 10175442"/>
              <a:gd name="csY2" fmla="*/ 2660342 h 2660342"/>
              <a:gd name="csX3" fmla="*/ 0 w 10175442"/>
              <a:gd name="csY3" fmla="*/ 2660342 h 2660342"/>
              <a:gd name="csX4" fmla="*/ 0 w 10175442"/>
              <a:gd name="csY4" fmla="*/ 0 h 2660342"/>
              <a:gd name="csX0" fmla="*/ 0 w 10175442"/>
              <a:gd name="csY0" fmla="*/ 0 h 2660342"/>
              <a:gd name="csX1" fmla="*/ 10175442 w 10175442"/>
              <a:gd name="csY1" fmla="*/ 0 h 2660342"/>
              <a:gd name="csX2" fmla="*/ 3273197 w 10175442"/>
              <a:gd name="csY2" fmla="*/ 2660342 h 2660342"/>
              <a:gd name="csX3" fmla="*/ 0 w 10175442"/>
              <a:gd name="csY3" fmla="*/ 2660342 h 2660342"/>
              <a:gd name="csX4" fmla="*/ 0 w 10175442"/>
              <a:gd name="csY4" fmla="*/ 0 h 2660342"/>
              <a:gd name="csX0" fmla="*/ 2379407 w 10175442"/>
              <a:gd name="csY0" fmla="*/ 0 h 2709503"/>
              <a:gd name="csX1" fmla="*/ 10175442 w 10175442"/>
              <a:gd name="csY1" fmla="*/ 49161 h 2709503"/>
              <a:gd name="csX2" fmla="*/ 3273197 w 10175442"/>
              <a:gd name="csY2" fmla="*/ 2709503 h 2709503"/>
              <a:gd name="csX3" fmla="*/ 0 w 10175442"/>
              <a:gd name="csY3" fmla="*/ 2709503 h 2709503"/>
              <a:gd name="csX4" fmla="*/ 2379407 w 10175442"/>
              <a:gd name="csY4" fmla="*/ 0 h 2709503"/>
              <a:gd name="csX0" fmla="*/ 0 w 10450745"/>
              <a:gd name="csY0" fmla="*/ 0 h 2758664"/>
              <a:gd name="csX1" fmla="*/ 10450745 w 10450745"/>
              <a:gd name="csY1" fmla="*/ 98322 h 2758664"/>
              <a:gd name="csX2" fmla="*/ 3548500 w 10450745"/>
              <a:gd name="csY2" fmla="*/ 2758664 h 2758664"/>
              <a:gd name="csX3" fmla="*/ 275303 w 10450745"/>
              <a:gd name="csY3" fmla="*/ 2758664 h 2758664"/>
              <a:gd name="csX4" fmla="*/ 0 w 10450745"/>
              <a:gd name="csY4" fmla="*/ 0 h 2758664"/>
              <a:gd name="csX0" fmla="*/ 0 w 7864861"/>
              <a:gd name="csY0" fmla="*/ 9833 h 2768497"/>
              <a:gd name="csX1" fmla="*/ 7864861 w 7864861"/>
              <a:gd name="csY1" fmla="*/ 0 h 2768497"/>
              <a:gd name="csX2" fmla="*/ 3548500 w 7864861"/>
              <a:gd name="csY2" fmla="*/ 2768497 h 2768497"/>
              <a:gd name="csX3" fmla="*/ 275303 w 7864861"/>
              <a:gd name="csY3" fmla="*/ 2768497 h 2768497"/>
              <a:gd name="csX4" fmla="*/ 0 w 7864861"/>
              <a:gd name="csY4" fmla="*/ 9833 h 2768497"/>
              <a:gd name="csX0" fmla="*/ 0 w 7864861"/>
              <a:gd name="csY0" fmla="*/ 9833 h 4027026"/>
              <a:gd name="csX1" fmla="*/ 7864861 w 7864861"/>
              <a:gd name="csY1" fmla="*/ 0 h 4027026"/>
              <a:gd name="csX2" fmla="*/ 3922126 w 7864861"/>
              <a:gd name="csY2" fmla="*/ 4027026 h 4027026"/>
              <a:gd name="csX3" fmla="*/ 275303 w 7864861"/>
              <a:gd name="csY3" fmla="*/ 2768497 h 4027026"/>
              <a:gd name="csX4" fmla="*/ 0 w 7864861"/>
              <a:gd name="csY4" fmla="*/ 9833 h 4027026"/>
              <a:gd name="csX0" fmla="*/ 0 w 7864861"/>
              <a:gd name="csY0" fmla="*/ 9833 h 4056522"/>
              <a:gd name="csX1" fmla="*/ 7864861 w 7864861"/>
              <a:gd name="csY1" fmla="*/ 0 h 4056522"/>
              <a:gd name="csX2" fmla="*/ 3922126 w 7864861"/>
              <a:gd name="csY2" fmla="*/ 4027026 h 4056522"/>
              <a:gd name="csX3" fmla="*/ 668593 w 7864861"/>
              <a:gd name="csY3" fmla="*/ 4056522 h 4056522"/>
              <a:gd name="csX4" fmla="*/ 0 w 7864861"/>
              <a:gd name="csY4" fmla="*/ 9833 h 4056522"/>
              <a:gd name="csX0" fmla="*/ 0 w 8553119"/>
              <a:gd name="csY0" fmla="*/ 0 h 4046689"/>
              <a:gd name="csX1" fmla="*/ 8553119 w 8553119"/>
              <a:gd name="csY1" fmla="*/ 3097160 h 4046689"/>
              <a:gd name="csX2" fmla="*/ 3922126 w 8553119"/>
              <a:gd name="csY2" fmla="*/ 4017193 h 4046689"/>
              <a:gd name="csX3" fmla="*/ 668593 w 8553119"/>
              <a:gd name="csY3" fmla="*/ 4046689 h 4046689"/>
              <a:gd name="csX4" fmla="*/ 0 w 8553119"/>
              <a:gd name="csY4" fmla="*/ 0 h 4046689"/>
              <a:gd name="csX0" fmla="*/ 4640826 w 7884526"/>
              <a:gd name="csY0" fmla="*/ 0 h 3761554"/>
              <a:gd name="csX1" fmla="*/ 7884526 w 7884526"/>
              <a:gd name="csY1" fmla="*/ 2812025 h 3761554"/>
              <a:gd name="csX2" fmla="*/ 3253533 w 7884526"/>
              <a:gd name="csY2" fmla="*/ 3732058 h 3761554"/>
              <a:gd name="csX3" fmla="*/ 0 w 7884526"/>
              <a:gd name="csY3" fmla="*/ 3761554 h 3761554"/>
              <a:gd name="csX4" fmla="*/ 4640826 w 7884526"/>
              <a:gd name="csY4" fmla="*/ 0 h 3761554"/>
              <a:gd name="csX0" fmla="*/ 5358581 w 8602281"/>
              <a:gd name="csY0" fmla="*/ 0 h 3732058"/>
              <a:gd name="csX1" fmla="*/ 8602281 w 8602281"/>
              <a:gd name="csY1" fmla="*/ 2812025 h 3732058"/>
              <a:gd name="csX2" fmla="*/ 3971288 w 8602281"/>
              <a:gd name="csY2" fmla="*/ 3732058 h 3732058"/>
              <a:gd name="csX3" fmla="*/ 0 w 8602281"/>
              <a:gd name="csY3" fmla="*/ 1106845 h 3732058"/>
              <a:gd name="csX4" fmla="*/ 5358581 w 8602281"/>
              <a:gd name="csY4" fmla="*/ 0 h 3732058"/>
              <a:gd name="csX0" fmla="*/ 5358581 w 8602281"/>
              <a:gd name="csY0" fmla="*/ 0 h 3899206"/>
              <a:gd name="csX1" fmla="*/ 8602281 w 8602281"/>
              <a:gd name="csY1" fmla="*/ 2812025 h 3899206"/>
              <a:gd name="csX2" fmla="*/ 3233869 w 8602281"/>
              <a:gd name="csY2" fmla="*/ 3899206 h 3899206"/>
              <a:gd name="csX3" fmla="*/ 0 w 8602281"/>
              <a:gd name="csY3" fmla="*/ 1106845 h 3899206"/>
              <a:gd name="csX4" fmla="*/ 5358581 w 8602281"/>
              <a:gd name="csY4" fmla="*/ 0 h 3899206"/>
            </a:gdLst>
            <a:ahLst/>
            <a:cxnLst>
              <a:cxn ang="0">
                <a:pos x="csX0" y="csY0"/>
              </a:cxn>
              <a:cxn ang="0">
                <a:pos x="csX1" y="csY1"/>
              </a:cxn>
              <a:cxn ang="0">
                <a:pos x="csX2" y="csY2"/>
              </a:cxn>
              <a:cxn ang="0">
                <a:pos x="csX3" y="csY3"/>
              </a:cxn>
              <a:cxn ang="0">
                <a:pos x="csX4" y="csY4"/>
              </a:cxn>
            </a:cxnLst>
            <a:rect l="l" t="t" r="r" b="b"/>
            <a:pathLst>
              <a:path w="8602281" h="3899206">
                <a:moveTo>
                  <a:pt x="5358581" y="0"/>
                </a:moveTo>
                <a:lnTo>
                  <a:pt x="8602281" y="2812025"/>
                </a:lnTo>
                <a:lnTo>
                  <a:pt x="3233869" y="3899206"/>
                </a:lnTo>
                <a:lnTo>
                  <a:pt x="0" y="1106845"/>
                </a:lnTo>
                <a:lnTo>
                  <a:pt x="5358581" y="0"/>
                </a:lnTo>
                <a:close/>
              </a:path>
            </a:pathLst>
          </a:custGeom>
          <a:solidFill>
            <a:schemeClr val="accent1">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F3B9A8E0-6798-7687-A8B4-A748456818CF}"/>
              </a:ext>
            </a:extLst>
          </p:cNvPr>
          <p:cNvGrpSpPr/>
          <p:nvPr/>
        </p:nvGrpSpPr>
        <p:grpSpPr>
          <a:xfrm>
            <a:off x="807395" y="2405977"/>
            <a:ext cx="7840494" cy="759314"/>
            <a:chOff x="1838527" y="1108951"/>
            <a:chExt cx="9893025" cy="933857"/>
          </a:xfrm>
        </p:grpSpPr>
        <p:sp>
          <p:nvSpPr>
            <p:cNvPr id="4" name="Rectangle 3">
              <a:extLst>
                <a:ext uri="{FF2B5EF4-FFF2-40B4-BE49-F238E27FC236}">
                  <a16:creationId xmlns:a16="http://schemas.microsoft.com/office/drawing/2014/main" id="{3D5BEA4A-75C2-1332-E0AE-DF2A5BCA7F6C}"/>
                </a:ext>
              </a:extLst>
            </p:cNvPr>
            <p:cNvSpPr/>
            <p:nvPr/>
          </p:nvSpPr>
          <p:spPr>
            <a:xfrm>
              <a:off x="1838527" y="1108953"/>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0</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E9155227-F6E5-597E-4464-F839C56E7CBF}"/>
                </a:ext>
              </a:extLst>
            </p:cNvPr>
            <p:cNvSpPr/>
            <p:nvPr/>
          </p:nvSpPr>
          <p:spPr>
            <a:xfrm>
              <a:off x="2937752" y="1108953"/>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1</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B720A515-A980-7485-F603-26BF3E09B1AC}"/>
                </a:ext>
              </a:extLst>
            </p:cNvPr>
            <p:cNvSpPr/>
            <p:nvPr/>
          </p:nvSpPr>
          <p:spPr>
            <a:xfrm>
              <a:off x="4036977" y="1108953"/>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2</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C0B3C1FA-D46A-B996-D2E6-699EBA8141FF}"/>
                </a:ext>
              </a:extLst>
            </p:cNvPr>
            <p:cNvSpPr/>
            <p:nvPr/>
          </p:nvSpPr>
          <p:spPr>
            <a:xfrm>
              <a:off x="5136202" y="1108952"/>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3</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2DB2C616-2C99-8B2D-5385-15FF86A38838}"/>
                </a:ext>
              </a:extLst>
            </p:cNvPr>
            <p:cNvSpPr/>
            <p:nvPr/>
          </p:nvSpPr>
          <p:spPr>
            <a:xfrm>
              <a:off x="6235427" y="1108952"/>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4</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A2E456DE-90E4-DAB3-C246-FE79840B62F1}"/>
                </a:ext>
              </a:extLst>
            </p:cNvPr>
            <p:cNvSpPr/>
            <p:nvPr/>
          </p:nvSpPr>
          <p:spPr>
            <a:xfrm>
              <a:off x="7334652" y="1108952"/>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5</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70418972-93AA-6EEE-80E4-241EE38B4EC5}"/>
                </a:ext>
              </a:extLst>
            </p:cNvPr>
            <p:cNvSpPr/>
            <p:nvPr/>
          </p:nvSpPr>
          <p:spPr>
            <a:xfrm>
              <a:off x="8433877" y="1108951"/>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6</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B3099675-4256-4795-9480-A285AD426FBA}"/>
                </a:ext>
              </a:extLst>
            </p:cNvPr>
            <p:cNvSpPr/>
            <p:nvPr/>
          </p:nvSpPr>
          <p:spPr>
            <a:xfrm>
              <a:off x="9533102" y="1108951"/>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7</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EE86A256-3C56-B59C-65DC-968459ECDED6}"/>
                </a:ext>
              </a:extLst>
            </p:cNvPr>
            <p:cNvSpPr/>
            <p:nvPr/>
          </p:nvSpPr>
          <p:spPr>
            <a:xfrm>
              <a:off x="10632327" y="1108951"/>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8</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8" name="Group 7">
            <a:extLst>
              <a:ext uri="{FF2B5EF4-FFF2-40B4-BE49-F238E27FC236}">
                <a16:creationId xmlns:a16="http://schemas.microsoft.com/office/drawing/2014/main" id="{3A1997E3-7395-D9E2-D00F-7B9F9CF75FCA}"/>
              </a:ext>
            </a:extLst>
          </p:cNvPr>
          <p:cNvGrpSpPr/>
          <p:nvPr/>
        </p:nvGrpSpPr>
        <p:grpSpPr>
          <a:xfrm>
            <a:off x="8647889" y="2405977"/>
            <a:ext cx="7840494" cy="759314"/>
            <a:chOff x="1838527" y="1108951"/>
            <a:chExt cx="9893025" cy="933857"/>
          </a:xfrm>
        </p:grpSpPr>
        <p:sp>
          <p:nvSpPr>
            <p:cNvPr id="9" name="Rectangle 8">
              <a:extLst>
                <a:ext uri="{FF2B5EF4-FFF2-40B4-BE49-F238E27FC236}">
                  <a16:creationId xmlns:a16="http://schemas.microsoft.com/office/drawing/2014/main" id="{08D52B35-511E-F366-FD10-508BF249E6A5}"/>
                </a:ext>
              </a:extLst>
            </p:cNvPr>
            <p:cNvSpPr/>
            <p:nvPr/>
          </p:nvSpPr>
          <p:spPr>
            <a:xfrm>
              <a:off x="1838527" y="1108953"/>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9</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0ED50ED6-E8C2-B823-44E2-4725EF8CA747}"/>
                </a:ext>
              </a:extLst>
            </p:cNvPr>
            <p:cNvSpPr/>
            <p:nvPr/>
          </p:nvSpPr>
          <p:spPr>
            <a:xfrm>
              <a:off x="2937752" y="1108953"/>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10</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09DAA29C-B5EF-45A7-D071-0D1EB71C647E}"/>
                </a:ext>
              </a:extLst>
            </p:cNvPr>
            <p:cNvSpPr/>
            <p:nvPr/>
          </p:nvSpPr>
          <p:spPr>
            <a:xfrm>
              <a:off x="4036977" y="1108953"/>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11</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8872F161-7E9B-E12B-188D-EF85564E594E}"/>
                </a:ext>
              </a:extLst>
            </p:cNvPr>
            <p:cNvSpPr/>
            <p:nvPr/>
          </p:nvSpPr>
          <p:spPr>
            <a:xfrm>
              <a:off x="5136202" y="1108952"/>
              <a:ext cx="1099225" cy="933855"/>
            </a:xfrm>
            <a:prstGeom prst="rect">
              <a:avLst/>
            </a:prstGeom>
            <a:solidFill>
              <a:schemeClr val="accent3">
                <a:lumMod val="50000"/>
              </a:schemeClr>
            </a:solid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12</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E8B90BB2-289D-C5B5-3342-D75805264A93}"/>
                </a:ext>
              </a:extLst>
            </p:cNvPr>
            <p:cNvSpPr/>
            <p:nvPr/>
          </p:nvSpPr>
          <p:spPr>
            <a:xfrm>
              <a:off x="6235427" y="1108952"/>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13</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FF54F6B3-8974-D8A0-0FF6-1F4FC94DB74A}"/>
                </a:ext>
              </a:extLst>
            </p:cNvPr>
            <p:cNvSpPr/>
            <p:nvPr/>
          </p:nvSpPr>
          <p:spPr>
            <a:xfrm>
              <a:off x="7334652" y="1108952"/>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14</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F97EAF9B-7A84-0B07-814D-A3B803140F0E}"/>
                </a:ext>
              </a:extLst>
            </p:cNvPr>
            <p:cNvSpPr/>
            <p:nvPr/>
          </p:nvSpPr>
          <p:spPr>
            <a:xfrm>
              <a:off x="8433877" y="1108951"/>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15</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Rectangle 32">
              <a:extLst>
                <a:ext uri="{FF2B5EF4-FFF2-40B4-BE49-F238E27FC236}">
                  <a16:creationId xmlns:a16="http://schemas.microsoft.com/office/drawing/2014/main" id="{458C0B38-6C83-CA6D-106B-562CC2BAA3C4}"/>
                </a:ext>
              </a:extLst>
            </p:cNvPr>
            <p:cNvSpPr/>
            <p:nvPr/>
          </p:nvSpPr>
          <p:spPr>
            <a:xfrm>
              <a:off x="9533102" y="1108951"/>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16</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4" name="Rectangle 33">
              <a:extLst>
                <a:ext uri="{FF2B5EF4-FFF2-40B4-BE49-F238E27FC236}">
                  <a16:creationId xmlns:a16="http://schemas.microsoft.com/office/drawing/2014/main" id="{4FD94E77-99CA-58D8-752A-B43B1C418462}"/>
                </a:ext>
              </a:extLst>
            </p:cNvPr>
            <p:cNvSpPr/>
            <p:nvPr/>
          </p:nvSpPr>
          <p:spPr>
            <a:xfrm>
              <a:off x="10632327" y="1108951"/>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17</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46" name="Left Brace 45">
            <a:extLst>
              <a:ext uri="{FF2B5EF4-FFF2-40B4-BE49-F238E27FC236}">
                <a16:creationId xmlns:a16="http://schemas.microsoft.com/office/drawing/2014/main" id="{9140B86B-A564-41A3-2644-E6985C18F606}"/>
              </a:ext>
            </a:extLst>
          </p:cNvPr>
          <p:cNvSpPr/>
          <p:nvPr/>
        </p:nvSpPr>
        <p:spPr>
          <a:xfrm rot="5400000">
            <a:off x="1816907" y="674367"/>
            <a:ext cx="594473" cy="2613498"/>
          </a:xfrm>
          <a:prstGeom prst="leftBrace">
            <a:avLst>
              <a:gd name="adj1" fmla="val 32899"/>
              <a:gd name="adj2" fmla="val 50000"/>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Left Brace 46">
            <a:extLst>
              <a:ext uri="{FF2B5EF4-FFF2-40B4-BE49-F238E27FC236}">
                <a16:creationId xmlns:a16="http://schemas.microsoft.com/office/drawing/2014/main" id="{B426C187-AAC0-2A66-FF1A-23703A5DA5BA}"/>
              </a:ext>
            </a:extLst>
          </p:cNvPr>
          <p:cNvSpPr/>
          <p:nvPr/>
        </p:nvSpPr>
        <p:spPr>
          <a:xfrm rot="5400000">
            <a:off x="4430406" y="674365"/>
            <a:ext cx="594473" cy="2613498"/>
          </a:xfrm>
          <a:prstGeom prst="leftBrace">
            <a:avLst>
              <a:gd name="adj1" fmla="val 32899"/>
              <a:gd name="adj2" fmla="val 50000"/>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Left Brace 47">
            <a:extLst>
              <a:ext uri="{FF2B5EF4-FFF2-40B4-BE49-F238E27FC236}">
                <a16:creationId xmlns:a16="http://schemas.microsoft.com/office/drawing/2014/main" id="{0A9C3D2D-7402-65C0-D724-B07266C7284D}"/>
              </a:ext>
            </a:extLst>
          </p:cNvPr>
          <p:cNvSpPr/>
          <p:nvPr/>
        </p:nvSpPr>
        <p:spPr>
          <a:xfrm rot="5400000">
            <a:off x="7043903" y="674363"/>
            <a:ext cx="594473" cy="2613498"/>
          </a:xfrm>
          <a:prstGeom prst="leftBrace">
            <a:avLst>
              <a:gd name="adj1" fmla="val 32899"/>
              <a:gd name="adj2" fmla="val 50000"/>
            </a:avLst>
          </a:prstGeom>
          <a:ln w="57150">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Left Brace 48">
            <a:extLst>
              <a:ext uri="{FF2B5EF4-FFF2-40B4-BE49-F238E27FC236}">
                <a16:creationId xmlns:a16="http://schemas.microsoft.com/office/drawing/2014/main" id="{583326F9-0875-B6D0-2E83-FF4673B3158A}"/>
              </a:ext>
            </a:extLst>
          </p:cNvPr>
          <p:cNvSpPr/>
          <p:nvPr/>
        </p:nvSpPr>
        <p:spPr>
          <a:xfrm rot="5400000" flipH="1">
            <a:off x="4439862" y="-320640"/>
            <a:ext cx="594472" cy="7821581"/>
          </a:xfrm>
          <a:prstGeom prst="leftBrace">
            <a:avLst>
              <a:gd name="adj1" fmla="val 32899"/>
              <a:gd name="adj2" fmla="val 29479"/>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Left Brace 49">
            <a:extLst>
              <a:ext uri="{FF2B5EF4-FFF2-40B4-BE49-F238E27FC236}">
                <a16:creationId xmlns:a16="http://schemas.microsoft.com/office/drawing/2014/main" id="{7D612D7D-ABFB-BCF6-14EB-42B231F473FC}"/>
              </a:ext>
            </a:extLst>
          </p:cNvPr>
          <p:cNvSpPr/>
          <p:nvPr/>
        </p:nvSpPr>
        <p:spPr>
          <a:xfrm rot="5400000" flipH="1">
            <a:off x="12261444" y="-320641"/>
            <a:ext cx="594472" cy="7821581"/>
          </a:xfrm>
          <a:prstGeom prst="leftBrace">
            <a:avLst>
              <a:gd name="adj1" fmla="val 32899"/>
              <a:gd name="adj2" fmla="val 50000"/>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Left Brace 50">
            <a:extLst>
              <a:ext uri="{FF2B5EF4-FFF2-40B4-BE49-F238E27FC236}">
                <a16:creationId xmlns:a16="http://schemas.microsoft.com/office/drawing/2014/main" id="{A3800ACD-71F6-5993-866A-0708A95BE3A1}"/>
              </a:ext>
            </a:extLst>
          </p:cNvPr>
          <p:cNvSpPr/>
          <p:nvPr/>
        </p:nvSpPr>
        <p:spPr>
          <a:xfrm rot="5400000">
            <a:off x="9657403" y="674360"/>
            <a:ext cx="594473" cy="2613498"/>
          </a:xfrm>
          <a:prstGeom prst="leftBrace">
            <a:avLst>
              <a:gd name="adj1" fmla="val 32899"/>
              <a:gd name="adj2" fmla="val 50000"/>
            </a:avLst>
          </a:prstGeom>
          <a:ln w="57150">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Left Brace 51">
            <a:extLst>
              <a:ext uri="{FF2B5EF4-FFF2-40B4-BE49-F238E27FC236}">
                <a16:creationId xmlns:a16="http://schemas.microsoft.com/office/drawing/2014/main" id="{DBD648F5-143A-73E6-B265-BF9A28EA7674}"/>
              </a:ext>
            </a:extLst>
          </p:cNvPr>
          <p:cNvSpPr/>
          <p:nvPr/>
        </p:nvSpPr>
        <p:spPr>
          <a:xfrm rot="5400000">
            <a:off x="12261444" y="674356"/>
            <a:ext cx="594473" cy="2613498"/>
          </a:xfrm>
          <a:prstGeom prst="leftBrace">
            <a:avLst>
              <a:gd name="adj1" fmla="val 32899"/>
              <a:gd name="adj2" fmla="val 50000"/>
            </a:avLst>
          </a:prstGeom>
          <a:ln w="57150">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Left Brace 52">
            <a:extLst>
              <a:ext uri="{FF2B5EF4-FFF2-40B4-BE49-F238E27FC236}">
                <a16:creationId xmlns:a16="http://schemas.microsoft.com/office/drawing/2014/main" id="{8D50A187-07C3-8B08-FD7B-64D19D5737CB}"/>
              </a:ext>
            </a:extLst>
          </p:cNvPr>
          <p:cNvSpPr/>
          <p:nvPr/>
        </p:nvSpPr>
        <p:spPr>
          <a:xfrm rot="5400000">
            <a:off x="14865486" y="674351"/>
            <a:ext cx="594473" cy="2613498"/>
          </a:xfrm>
          <a:prstGeom prst="leftBrace">
            <a:avLst>
              <a:gd name="adj1" fmla="val 32899"/>
              <a:gd name="adj2" fmla="val 50000"/>
            </a:avLst>
          </a:prstGeom>
          <a:ln w="57150">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EF31BD92-2C2A-EFF2-D1E0-2A8D622E4EE7}"/>
                  </a:ext>
                </a:extLst>
              </p:cNvPr>
              <p:cNvSpPr txBox="1"/>
              <p:nvPr/>
            </p:nvSpPr>
            <p:spPr>
              <a:xfrm>
                <a:off x="11036391" y="5931671"/>
                <a:ext cx="4332310" cy="927626"/>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f>
                      <m:fPr>
                        <m:ctrlP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𝑘</m:t>
                        </m:r>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𝑗</m:t>
                        </m:r>
                      </m:num>
                      <m:den>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𝑛</m:t>
                        </m:r>
                      </m:den>
                    </m:f>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f>
                      <m:fPr>
                        <m:ctrlP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m:t>
                        </m:r>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0</m:t>
                        </m:r>
                      </m:num>
                      <m:den>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m:t>
                        </m:r>
                      </m:den>
                    </m:f>
                  </m:oMath>
                </a14:m>
                <a:r>
                  <a:rPr kumimoji="0" lang="en-GB" sz="36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 </a:t>
                </a:r>
                <a14:m>
                  <m:oMath xmlns:m="http://schemas.openxmlformats.org/officeDocument/2006/math">
                    <m:f>
                      <m:fPr>
                        <m:ctrlPr>
                          <a:rPr kumimoji="0" lang="en-GB" sz="3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m:t>
                        </m:r>
                      </m:num>
                      <m:den>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m:t>
                        </m:r>
                      </m:den>
                    </m:f>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oMath>
                </a14:m>
                <a:endParaRPr kumimoji="0" lang="en-GB" sz="36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p:txBody>
          </p:sp>
        </mc:Choice>
        <mc:Fallback xmlns="">
          <p:sp>
            <p:nvSpPr>
              <p:cNvPr id="57" name="TextBox 56">
                <a:extLst>
                  <a:ext uri="{FF2B5EF4-FFF2-40B4-BE49-F238E27FC236}">
                    <a16:creationId xmlns:a16="http://schemas.microsoft.com/office/drawing/2014/main" id="{EF31BD92-2C2A-EFF2-D1E0-2A8D622E4EE7}"/>
                  </a:ext>
                </a:extLst>
              </p:cNvPr>
              <p:cNvSpPr txBox="1">
                <a:spLocks noRot="1" noChangeAspect="1" noMove="1" noResize="1" noEditPoints="1" noAdjustHandles="1" noChangeArrowheads="1" noChangeShapeType="1" noTextEdit="1"/>
              </p:cNvSpPr>
              <p:nvPr/>
            </p:nvSpPr>
            <p:spPr>
              <a:xfrm>
                <a:off x="11036391" y="5931671"/>
                <a:ext cx="4332310" cy="927626"/>
              </a:xfrm>
              <a:prstGeom prst="rect">
                <a:avLst/>
              </a:prstGeom>
              <a:blipFill>
                <a:blip r:embed="rId3"/>
                <a:stretch>
                  <a:fillRect b="-723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65A3B3B1-A362-3314-BAA1-05507C4AF585}"/>
                  </a:ext>
                </a:extLst>
              </p:cNvPr>
              <p:cNvSpPr txBox="1"/>
              <p:nvPr/>
            </p:nvSpPr>
            <p:spPr>
              <a:xfrm>
                <a:off x="801185" y="257174"/>
                <a:ext cx="13105319" cy="523220"/>
              </a:xfrm>
              <a:prstGeom prst="rect">
                <a:avLst/>
              </a:prstGeom>
              <a:noFill/>
            </p:spPr>
            <p:txBody>
              <a:bodyPr wrap="square">
                <a:spAutoFit/>
              </a:bodyPr>
              <a:lstStyle>
                <a:defPPr>
                  <a:defRPr lang="en-US"/>
                </a:defPPr>
                <a:lvl1pPr>
                  <a:defRPr sz="3600" i="1">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𝑘</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𝑣</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mod</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d>
                      <m:dPr>
                        <m:ctrlPr>
                          <a:rPr kumimoji="0" lang="en-GB"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GB"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𝑚</m:t>
                        </m:r>
                        <m:r>
                          <a:rPr kumimoji="0" lang="en-GB"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𝑛</m:t>
                        </m:r>
                      </m:e>
                    </m:d>
                  </m:oMath>
                </a14:m>
                <a:r>
                  <a:rPr kumimoji="0" lang="en-GB" sz="2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a:t>
                </a: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 </a:t>
                </a:r>
                <a14:m>
                  <m:oMath xmlns:m="http://schemas.openxmlformats.org/officeDocument/2006/math">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12</m:t>
                    </m:r>
                    <m:r>
                      <a:rPr kumimoji="0" lang="en-GB"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m:rPr>
                        <m:sty m:val="p"/>
                      </m:rPr>
                      <a:rPr kumimoji="0" lang="en-GB"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mod</m:t>
                    </m:r>
                    <m:r>
                      <a:rPr kumimoji="0" lang="en-GB"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d>
                      <m:dPr>
                        <m:ctrlPr>
                          <a:rPr kumimoji="0" lang="en-GB"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r>
                          <a:rPr kumimoji="0" lang="en-GB"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e>
                    </m:d>
                  </m:oMath>
                </a14:m>
                <a:r>
                  <a:rPr kumimoji="0" lang="en-GB" sz="2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a:t>
                </a: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 </a:t>
                </a:r>
                <a14:m>
                  <m:oMath xmlns:m="http://schemas.openxmlformats.org/officeDocument/2006/math">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12</m:t>
                    </m:r>
                    <m:r>
                      <a:rPr kumimoji="0" lang="en-GB"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m:rPr>
                        <m:sty m:val="p"/>
                      </m:rPr>
                      <a:rPr kumimoji="0" lang="en-GB"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mod</m:t>
                    </m:r>
                    <m:r>
                      <a:rPr kumimoji="0" lang="en-GB"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9=3</m:t>
                    </m:r>
                  </m:oMath>
                </a14:m>
                <a:endParaRPr kumimoji="0" lang="en-GB" sz="2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p:txBody>
          </p:sp>
        </mc:Choice>
        <mc:Fallback xmlns="">
          <p:sp>
            <p:nvSpPr>
              <p:cNvPr id="59" name="TextBox 58">
                <a:extLst>
                  <a:ext uri="{FF2B5EF4-FFF2-40B4-BE49-F238E27FC236}">
                    <a16:creationId xmlns:a16="http://schemas.microsoft.com/office/drawing/2014/main" id="{65A3B3B1-A362-3314-BAA1-05507C4AF585}"/>
                  </a:ext>
                </a:extLst>
              </p:cNvPr>
              <p:cNvSpPr txBox="1">
                <a:spLocks noRot="1" noChangeAspect="1" noMove="1" noResize="1" noEditPoints="1" noAdjustHandles="1" noChangeArrowheads="1" noChangeShapeType="1" noTextEdit="1"/>
              </p:cNvSpPr>
              <p:nvPr/>
            </p:nvSpPr>
            <p:spPr>
              <a:xfrm>
                <a:off x="801185" y="257174"/>
                <a:ext cx="13105319" cy="523220"/>
              </a:xfrm>
              <a:prstGeom prst="rect">
                <a:avLst/>
              </a:prstGeom>
              <a:blipFill>
                <a:blip r:embed="rId4"/>
                <a:stretch>
                  <a:fillRect t="-13953" b="-2907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9074DDE1-B06F-8467-2300-573513AB2B0D}"/>
                  </a:ext>
                </a:extLst>
              </p:cNvPr>
              <p:cNvSpPr txBox="1"/>
              <p:nvPr/>
            </p:nvSpPr>
            <p:spPr>
              <a:xfrm>
                <a:off x="11039765" y="7244585"/>
                <a:ext cx="5829031" cy="584775"/>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GB" sz="3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𝑗</m:t>
                    </m:r>
                    <m:r>
                      <a:rPr kumimoji="0" lang="en-GB" sz="3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3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𝑣</m:t>
                    </m:r>
                    <m:r>
                      <a:rPr kumimoji="0" lang="en-GB" sz="3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m:rPr>
                        <m:sty m:val="p"/>
                      </m:rPr>
                      <a:rPr kumimoji="0" lang="en-GB" sz="3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mod</m:t>
                    </m:r>
                    <m:r>
                      <a:rPr kumimoji="0" lang="en-GB" sz="3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a:rPr kumimoji="0" lang="en-GB" sz="3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𝑛</m:t>
                    </m:r>
                  </m:oMath>
                </a14:m>
                <a:r>
                  <a:rPr kumimoji="0" lang="en-GB" sz="3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 </a:t>
                </a:r>
                <a14:m>
                  <m:oMath xmlns:m="http://schemas.openxmlformats.org/officeDocument/2006/math">
                    <m:r>
                      <a:rPr kumimoji="0" lang="en-GB" sz="3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oMath>
                </a14:m>
                <a:r>
                  <a:rPr kumimoji="0" lang="en-GB" sz="3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 </a:t>
                </a:r>
                <a14:m>
                  <m:oMath xmlns:m="http://schemas.openxmlformats.org/officeDocument/2006/math">
                    <m:r>
                      <a:rPr kumimoji="0" lang="en-US" sz="3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12</m:t>
                    </m:r>
                    <m:r>
                      <a:rPr kumimoji="0" lang="en-GB" sz="3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m:rPr>
                        <m:sty m:val="p"/>
                      </m:rPr>
                      <a:rPr kumimoji="0" lang="en-GB" sz="3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mod</m:t>
                    </m:r>
                    <m:r>
                      <a:rPr kumimoji="0" lang="en-GB" sz="3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3=0</m:t>
                    </m:r>
                  </m:oMath>
                </a14:m>
                <a:endParaRPr kumimoji="0" lang="en-GB" sz="3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p:txBody>
          </p:sp>
        </mc:Choice>
        <mc:Fallback xmlns="">
          <p:sp>
            <p:nvSpPr>
              <p:cNvPr id="63" name="TextBox 62">
                <a:extLst>
                  <a:ext uri="{FF2B5EF4-FFF2-40B4-BE49-F238E27FC236}">
                    <a16:creationId xmlns:a16="http://schemas.microsoft.com/office/drawing/2014/main" id="{9074DDE1-B06F-8467-2300-573513AB2B0D}"/>
                  </a:ext>
                </a:extLst>
              </p:cNvPr>
              <p:cNvSpPr txBox="1">
                <a:spLocks noRot="1" noChangeAspect="1" noMove="1" noResize="1" noEditPoints="1" noAdjustHandles="1" noChangeArrowheads="1" noChangeShapeType="1" noTextEdit="1"/>
              </p:cNvSpPr>
              <p:nvPr/>
            </p:nvSpPr>
            <p:spPr>
              <a:xfrm>
                <a:off x="11039765" y="7244585"/>
                <a:ext cx="5829031" cy="584775"/>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F9554C9-CFB3-FA32-91FC-4B60C156CB51}"/>
                  </a:ext>
                </a:extLst>
              </p:cNvPr>
              <p:cNvSpPr txBox="1"/>
              <p:nvPr/>
            </p:nvSpPr>
            <p:spPr>
              <a:xfrm>
                <a:off x="10921674" y="8267276"/>
                <a:ext cx="5011093" cy="890244"/>
              </a:xfrm>
              <a:prstGeom prst="rect">
                <a:avLst/>
              </a:prstGeom>
              <a:noFill/>
            </p:spPr>
            <p:txBody>
              <a:bodyPr wrap="square">
                <a:spAutoFit/>
              </a:bodyPr>
              <a:lstStyle>
                <a:defPPr>
                  <a:defRPr lang="en-US"/>
                </a:defPPr>
                <a:lvl1pPr>
                  <a:defRPr sz="3600" i="1">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GB" sz="3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𝑑</m:t>
                    </m:r>
                    <m:r>
                      <a:rPr kumimoji="0" lang="en-GB" sz="3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𝑣</m:t>
                        </m:r>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𝑘</m:t>
                        </m:r>
                      </m:num>
                      <m:den>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𝑚</m:t>
                        </m:r>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𝑛</m:t>
                        </m:r>
                      </m:den>
                    </m:f>
                    <m:r>
                      <a:rPr kumimoji="0" lang="en-US" sz="3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a14:m>
                <a:r>
                  <a:rPr kumimoji="0" lang="en-GB" sz="3600" b="0" i="0" u="none" strike="noStrike" kern="1200" cap="none" spc="0" normalizeH="0" baseline="0" noProof="0" dirty="0">
                    <a:ln>
                      <a:noFill/>
                    </a:ln>
                    <a:solidFill>
                      <a:prstClr val="black"/>
                    </a:solidFill>
                    <a:effectLst/>
                    <a:uLnTx/>
                    <a:uFillTx/>
                    <a:latin typeface="Calibri" panose="020F0502020204030204"/>
                    <a:ea typeface="+mn-ea"/>
                    <a:cs typeface="+mn-cs"/>
                  </a:rPr>
                  <a:t> </a:t>
                </a:r>
                <a14:m>
                  <m:oMath xmlns:m="http://schemas.openxmlformats.org/officeDocument/2006/math">
                    <m:f>
                      <m:fPr>
                        <m:ctrlP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r>
                          <a:rPr kumimoji="0" lang="en-US" sz="3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3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num>
                      <m:den>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m:t>
                        </m:r>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m:t>
                        </m:r>
                      </m:den>
                    </m:f>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f>
                      <m:fPr>
                        <m:ctrlP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9</m:t>
                        </m:r>
                      </m:num>
                      <m:den>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9</m:t>
                        </m:r>
                      </m:den>
                    </m:f>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oMath>
                </a14:m>
                <a:endParaRPr kumimoji="0" lang="en-GB" sz="36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p:txBody>
          </p:sp>
        </mc:Choice>
        <mc:Fallback xmlns="">
          <p:sp>
            <p:nvSpPr>
              <p:cNvPr id="6" name="TextBox 5">
                <a:extLst>
                  <a:ext uri="{FF2B5EF4-FFF2-40B4-BE49-F238E27FC236}">
                    <a16:creationId xmlns:a16="http://schemas.microsoft.com/office/drawing/2014/main" id="{7F9554C9-CFB3-FA32-91FC-4B60C156CB51}"/>
                  </a:ext>
                </a:extLst>
              </p:cNvPr>
              <p:cNvSpPr txBox="1">
                <a:spLocks noRot="1" noChangeAspect="1" noMove="1" noResize="1" noEditPoints="1" noAdjustHandles="1" noChangeArrowheads="1" noChangeShapeType="1" noTextEdit="1"/>
              </p:cNvSpPr>
              <p:nvPr/>
            </p:nvSpPr>
            <p:spPr>
              <a:xfrm>
                <a:off x="10921674" y="8267276"/>
                <a:ext cx="5011093" cy="890244"/>
              </a:xfrm>
              <a:prstGeom prst="rect">
                <a:avLst/>
              </a:prstGeom>
              <a:blipFill>
                <a:blip r:embed="rId6"/>
                <a:stretch>
                  <a:fillRect/>
                </a:stretch>
              </a:blipFill>
            </p:spPr>
            <p:txBody>
              <a:bodyPr/>
              <a:lstStyle/>
              <a:p>
                <a:r>
                  <a:rPr lang="en-GB">
                    <a:noFill/>
                  </a:rPr>
                  <a:t> </a:t>
                </a:r>
              </a:p>
            </p:txBody>
          </p:sp>
        </mc:Fallback>
      </mc:AlternateContent>
      <p:sp>
        <p:nvSpPr>
          <p:cNvPr id="54" name="TextBox 53">
            <a:extLst>
              <a:ext uri="{FF2B5EF4-FFF2-40B4-BE49-F238E27FC236}">
                <a16:creationId xmlns:a16="http://schemas.microsoft.com/office/drawing/2014/main" id="{3672A671-A385-C419-0D63-8157BB9D046A}"/>
              </a:ext>
            </a:extLst>
          </p:cNvPr>
          <p:cNvSpPr txBox="1"/>
          <p:nvPr/>
        </p:nvSpPr>
        <p:spPr>
          <a:xfrm>
            <a:off x="5800929" y="3887386"/>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𝑑=0</a:t>
            </a:r>
          </a:p>
        </p:txBody>
      </p:sp>
      <p:sp>
        <p:nvSpPr>
          <p:cNvPr id="55" name="TextBox 54">
            <a:extLst>
              <a:ext uri="{FF2B5EF4-FFF2-40B4-BE49-F238E27FC236}">
                <a16:creationId xmlns:a16="http://schemas.microsoft.com/office/drawing/2014/main" id="{AB16970C-26A2-EB12-F9C7-D0CE4C7FD34A}"/>
              </a:ext>
            </a:extLst>
          </p:cNvPr>
          <p:cNvSpPr txBox="1"/>
          <p:nvPr/>
        </p:nvSpPr>
        <p:spPr>
          <a:xfrm>
            <a:off x="11997986" y="3876071"/>
            <a:ext cx="1517515"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𝑑=1</a:t>
            </a:r>
          </a:p>
        </p:txBody>
      </p:sp>
      <p:sp>
        <p:nvSpPr>
          <p:cNvPr id="56" name="TextBox 55">
            <a:extLst>
              <a:ext uri="{FF2B5EF4-FFF2-40B4-BE49-F238E27FC236}">
                <a16:creationId xmlns:a16="http://schemas.microsoft.com/office/drawing/2014/main" id="{28D2A0C2-71E4-8181-977F-4DB190AF9643}"/>
              </a:ext>
            </a:extLst>
          </p:cNvPr>
          <p:cNvSpPr txBox="1"/>
          <p:nvPr/>
        </p:nvSpPr>
        <p:spPr>
          <a:xfrm rot="3543802">
            <a:off x="885466" y="3876071"/>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j=0</a:t>
            </a:r>
          </a:p>
        </p:txBody>
      </p:sp>
      <p:sp>
        <p:nvSpPr>
          <p:cNvPr id="58" name="TextBox 57">
            <a:extLst>
              <a:ext uri="{FF2B5EF4-FFF2-40B4-BE49-F238E27FC236}">
                <a16:creationId xmlns:a16="http://schemas.microsoft.com/office/drawing/2014/main" id="{BBF7D75B-71A5-720C-78ED-1F2999DA1FC5}"/>
              </a:ext>
            </a:extLst>
          </p:cNvPr>
          <p:cNvSpPr txBox="1"/>
          <p:nvPr/>
        </p:nvSpPr>
        <p:spPr>
          <a:xfrm rot="3388478">
            <a:off x="1748211" y="3824212"/>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schemeClr val="tx1">
                    <a:lumMod val="75000"/>
                    <a:lumOff val="25000"/>
                  </a:schemeClr>
                </a:solidFill>
                <a:effectLst/>
                <a:uLnTx/>
                <a:uFillTx/>
                <a:latin typeface="Cambria Math" panose="02040503050406030204" pitchFamily="18" charset="0"/>
                <a:ea typeface="+mn-ea"/>
                <a:cs typeface="+mn-cs"/>
              </a:rPr>
              <a:t>j=1</a:t>
            </a:r>
          </a:p>
        </p:txBody>
      </p:sp>
      <p:sp>
        <p:nvSpPr>
          <p:cNvPr id="60" name="TextBox 59">
            <a:extLst>
              <a:ext uri="{FF2B5EF4-FFF2-40B4-BE49-F238E27FC236}">
                <a16:creationId xmlns:a16="http://schemas.microsoft.com/office/drawing/2014/main" id="{7E58DD97-E5D8-9265-6A9D-9C045DE6FCB1}"/>
              </a:ext>
            </a:extLst>
          </p:cNvPr>
          <p:cNvSpPr txBox="1"/>
          <p:nvPr/>
        </p:nvSpPr>
        <p:spPr>
          <a:xfrm rot="3153675">
            <a:off x="2647451" y="3856833"/>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schemeClr val="tx1">
                    <a:lumMod val="65000"/>
                    <a:lumOff val="35000"/>
                  </a:schemeClr>
                </a:solidFill>
                <a:effectLst/>
                <a:uLnTx/>
                <a:uFillTx/>
                <a:latin typeface="Cambria Math" panose="02040503050406030204" pitchFamily="18" charset="0"/>
                <a:ea typeface="+mn-ea"/>
                <a:cs typeface="+mn-cs"/>
              </a:rPr>
              <a:t>j=2</a:t>
            </a:r>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79AE0A58-6DDD-A324-099B-132A1F6ABEE3}"/>
                  </a:ext>
                </a:extLst>
              </p:cNvPr>
              <p:cNvSpPr txBox="1"/>
              <p:nvPr/>
            </p:nvSpPr>
            <p:spPr>
              <a:xfrm>
                <a:off x="1748211" y="1087739"/>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GB" sz="3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oMath>
                </a14:m>
                <a:r>
                  <a:rPr kumimoji="0" lang="en-GB" sz="3600" b="0" i="0"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=0</a:t>
                </a:r>
              </a:p>
            </p:txBody>
          </p:sp>
        </mc:Choice>
        <mc:Fallback xmlns="">
          <p:sp>
            <p:nvSpPr>
              <p:cNvPr id="61" name="TextBox 60">
                <a:extLst>
                  <a:ext uri="{FF2B5EF4-FFF2-40B4-BE49-F238E27FC236}">
                    <a16:creationId xmlns:a16="http://schemas.microsoft.com/office/drawing/2014/main" id="{57F63CCD-90DF-27C3-3F43-954DE8103E7C}"/>
                  </a:ext>
                </a:extLst>
              </p:cNvPr>
              <p:cNvSpPr txBox="1">
                <a:spLocks noRot="1" noChangeAspect="1" noMove="1" noResize="1" noEditPoints="1" noAdjustHandles="1" noChangeArrowheads="1" noChangeShapeType="1" noTextEdit="1"/>
              </p:cNvSpPr>
              <p:nvPr/>
            </p:nvSpPr>
            <p:spPr>
              <a:xfrm>
                <a:off x="1748211" y="1087739"/>
                <a:ext cx="1193264" cy="646331"/>
              </a:xfrm>
              <a:prstGeom prst="rect">
                <a:avLst/>
              </a:prstGeom>
              <a:blipFill>
                <a:blip r:embed="rId7"/>
                <a:stretch>
                  <a:fillRect l="-2551" t="-14151" b="-3490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8EE37795-D0B5-95E4-D380-0E216727BAB5}"/>
                  </a:ext>
                </a:extLst>
              </p:cNvPr>
              <p:cNvSpPr txBox="1"/>
              <p:nvPr/>
            </p:nvSpPr>
            <p:spPr>
              <a:xfrm>
                <a:off x="4361710" y="1087738"/>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GB" sz="3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oMath>
                </a14:m>
                <a:r>
                  <a:rPr kumimoji="0" lang="en-GB" sz="3600" b="0" i="0"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=1</a:t>
                </a:r>
              </a:p>
            </p:txBody>
          </p:sp>
        </mc:Choice>
        <mc:Fallback xmlns="">
          <p:sp>
            <p:nvSpPr>
              <p:cNvPr id="62" name="TextBox 61">
                <a:extLst>
                  <a:ext uri="{FF2B5EF4-FFF2-40B4-BE49-F238E27FC236}">
                    <a16:creationId xmlns:a16="http://schemas.microsoft.com/office/drawing/2014/main" id="{AA75AC58-1548-F9F6-3E2D-8F8DF85B7F64}"/>
                  </a:ext>
                </a:extLst>
              </p:cNvPr>
              <p:cNvSpPr txBox="1">
                <a:spLocks noRot="1" noChangeAspect="1" noMove="1" noResize="1" noEditPoints="1" noAdjustHandles="1" noChangeArrowheads="1" noChangeShapeType="1" noTextEdit="1"/>
              </p:cNvSpPr>
              <p:nvPr/>
            </p:nvSpPr>
            <p:spPr>
              <a:xfrm>
                <a:off x="4361710" y="1087738"/>
                <a:ext cx="1193264" cy="646331"/>
              </a:xfrm>
              <a:prstGeom prst="rect">
                <a:avLst/>
              </a:prstGeom>
              <a:blipFill>
                <a:blip r:embed="rId8"/>
                <a:stretch>
                  <a:fillRect l="-2564" t="-14151" b="-3490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93716A15-1CFD-B530-3AB8-CD81D33129AC}"/>
                  </a:ext>
                </a:extLst>
              </p:cNvPr>
              <p:cNvSpPr txBox="1"/>
              <p:nvPr/>
            </p:nvSpPr>
            <p:spPr>
              <a:xfrm>
                <a:off x="6905557" y="1087737"/>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GB" sz="3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oMath>
                </a14:m>
                <a:r>
                  <a:rPr kumimoji="0" lang="en-GB" sz="3600" b="0" i="0"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=2</a:t>
                </a:r>
              </a:p>
            </p:txBody>
          </p:sp>
        </mc:Choice>
        <mc:Fallback xmlns="">
          <p:sp>
            <p:nvSpPr>
              <p:cNvPr id="64" name="TextBox 63">
                <a:extLst>
                  <a:ext uri="{FF2B5EF4-FFF2-40B4-BE49-F238E27FC236}">
                    <a16:creationId xmlns:a16="http://schemas.microsoft.com/office/drawing/2014/main" id="{19551209-DEA5-4B4B-BD68-C92B79DF30A1}"/>
                  </a:ext>
                </a:extLst>
              </p:cNvPr>
              <p:cNvSpPr txBox="1">
                <a:spLocks noRot="1" noChangeAspect="1" noMove="1" noResize="1" noEditPoints="1" noAdjustHandles="1" noChangeArrowheads="1" noChangeShapeType="1" noTextEdit="1"/>
              </p:cNvSpPr>
              <p:nvPr/>
            </p:nvSpPr>
            <p:spPr>
              <a:xfrm>
                <a:off x="6905557" y="1087737"/>
                <a:ext cx="1193264" cy="646331"/>
              </a:xfrm>
              <a:prstGeom prst="rect">
                <a:avLst/>
              </a:prstGeom>
              <a:blipFill>
                <a:blip r:embed="rId9"/>
                <a:stretch>
                  <a:fillRect l="-2551" t="-14151" b="-3490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C8A60FAD-CDEA-EE7B-6518-52D006FCFA55}"/>
                  </a:ext>
                </a:extLst>
              </p:cNvPr>
              <p:cNvSpPr txBox="1"/>
              <p:nvPr/>
            </p:nvSpPr>
            <p:spPr>
              <a:xfrm>
                <a:off x="9519054" y="1084133"/>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GB" sz="3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oMath>
                </a14:m>
                <a:r>
                  <a:rPr kumimoji="0" lang="en-GB" sz="3600" b="0" i="0"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=0</a:t>
                </a:r>
              </a:p>
            </p:txBody>
          </p:sp>
        </mc:Choice>
        <mc:Fallback xmlns="">
          <p:sp>
            <p:nvSpPr>
              <p:cNvPr id="65" name="TextBox 64">
                <a:extLst>
                  <a:ext uri="{FF2B5EF4-FFF2-40B4-BE49-F238E27FC236}">
                    <a16:creationId xmlns:a16="http://schemas.microsoft.com/office/drawing/2014/main" id="{5BF8EF11-EB43-CC53-128E-9EF4D0B2F568}"/>
                  </a:ext>
                </a:extLst>
              </p:cNvPr>
              <p:cNvSpPr txBox="1">
                <a:spLocks noRot="1" noChangeAspect="1" noMove="1" noResize="1" noEditPoints="1" noAdjustHandles="1" noChangeArrowheads="1" noChangeShapeType="1" noTextEdit="1"/>
              </p:cNvSpPr>
              <p:nvPr/>
            </p:nvSpPr>
            <p:spPr>
              <a:xfrm>
                <a:off x="9519054" y="1084133"/>
                <a:ext cx="1193264" cy="646331"/>
              </a:xfrm>
              <a:prstGeom prst="rect">
                <a:avLst/>
              </a:prstGeom>
              <a:blipFill>
                <a:blip r:embed="rId10"/>
                <a:stretch>
                  <a:fillRect l="-2564" t="-15094" b="-3490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5BCD786A-7B4A-FBFF-85ED-4FF0EC1ADEBB}"/>
                  </a:ext>
                </a:extLst>
              </p:cNvPr>
              <p:cNvSpPr txBox="1"/>
              <p:nvPr/>
            </p:nvSpPr>
            <p:spPr>
              <a:xfrm>
                <a:off x="12164930" y="1079829"/>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GB" sz="3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oMath>
                </a14:m>
                <a:r>
                  <a:rPr kumimoji="0" lang="en-GB" sz="3600" b="0" i="0"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=1</a:t>
                </a:r>
              </a:p>
            </p:txBody>
          </p:sp>
        </mc:Choice>
        <mc:Fallback xmlns="">
          <p:sp>
            <p:nvSpPr>
              <p:cNvPr id="66" name="TextBox 65">
                <a:extLst>
                  <a:ext uri="{FF2B5EF4-FFF2-40B4-BE49-F238E27FC236}">
                    <a16:creationId xmlns:a16="http://schemas.microsoft.com/office/drawing/2014/main" id="{F661EEFC-290F-9B8C-73E4-8D8D2028ECD9}"/>
                  </a:ext>
                </a:extLst>
              </p:cNvPr>
              <p:cNvSpPr txBox="1">
                <a:spLocks noRot="1" noChangeAspect="1" noMove="1" noResize="1" noEditPoints="1" noAdjustHandles="1" noChangeArrowheads="1" noChangeShapeType="1" noTextEdit="1"/>
              </p:cNvSpPr>
              <p:nvPr/>
            </p:nvSpPr>
            <p:spPr>
              <a:xfrm>
                <a:off x="12164930" y="1079829"/>
                <a:ext cx="1193264" cy="646331"/>
              </a:xfrm>
              <a:prstGeom prst="rect">
                <a:avLst/>
              </a:prstGeom>
              <a:blipFill>
                <a:blip r:embed="rId11"/>
                <a:stretch>
                  <a:fillRect l="-2564" t="-14151" b="-3490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466FC9F5-3CFC-60E0-10BC-4E254B8B249D}"/>
                  </a:ext>
                </a:extLst>
              </p:cNvPr>
              <p:cNvSpPr txBox="1"/>
              <p:nvPr/>
            </p:nvSpPr>
            <p:spPr>
              <a:xfrm>
                <a:off x="14730866" y="1087736"/>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GB" sz="3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oMath>
                </a14:m>
                <a:r>
                  <a:rPr kumimoji="0" lang="en-GB" sz="3600" b="0" i="0"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=2</a:t>
                </a:r>
              </a:p>
            </p:txBody>
          </p:sp>
        </mc:Choice>
        <mc:Fallback xmlns="">
          <p:sp>
            <p:nvSpPr>
              <p:cNvPr id="67" name="TextBox 66">
                <a:extLst>
                  <a:ext uri="{FF2B5EF4-FFF2-40B4-BE49-F238E27FC236}">
                    <a16:creationId xmlns:a16="http://schemas.microsoft.com/office/drawing/2014/main" id="{D20DB78F-A5FF-5904-D603-A04AEDCA2F61}"/>
                  </a:ext>
                </a:extLst>
              </p:cNvPr>
              <p:cNvSpPr txBox="1">
                <a:spLocks noRot="1" noChangeAspect="1" noMove="1" noResize="1" noEditPoints="1" noAdjustHandles="1" noChangeArrowheads="1" noChangeShapeType="1" noTextEdit="1"/>
              </p:cNvSpPr>
              <p:nvPr/>
            </p:nvSpPr>
            <p:spPr>
              <a:xfrm>
                <a:off x="14730866" y="1087736"/>
                <a:ext cx="1193264" cy="646331"/>
              </a:xfrm>
              <a:prstGeom prst="rect">
                <a:avLst/>
              </a:prstGeom>
              <a:blipFill>
                <a:blip r:embed="rId12"/>
                <a:stretch>
                  <a:fillRect l="-2041" t="-14151" b="-3490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4D25E70E-47FA-EC58-9A11-E80627CDC3C6}"/>
                  </a:ext>
                </a:extLst>
              </p:cNvPr>
              <p:cNvSpPr txBox="1"/>
              <p:nvPr/>
            </p:nvSpPr>
            <p:spPr>
              <a:xfrm>
                <a:off x="2716622" y="5831916"/>
                <a:ext cx="871166" cy="64633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3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𝑗</m:t>
                      </m:r>
                    </m:oMath>
                  </m:oMathPara>
                </a14:m>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9" name="TextBox 68">
                <a:extLst>
                  <a:ext uri="{FF2B5EF4-FFF2-40B4-BE49-F238E27FC236}">
                    <a16:creationId xmlns:a16="http://schemas.microsoft.com/office/drawing/2014/main" id="{52CB00B9-5D31-27D7-1C45-8477BAC8D934}"/>
                  </a:ext>
                </a:extLst>
              </p:cNvPr>
              <p:cNvSpPr txBox="1">
                <a:spLocks noRot="1" noChangeAspect="1" noMove="1" noResize="1" noEditPoints="1" noAdjustHandles="1" noChangeArrowheads="1" noChangeShapeType="1" noTextEdit="1"/>
              </p:cNvSpPr>
              <p:nvPr/>
            </p:nvSpPr>
            <p:spPr>
              <a:xfrm>
                <a:off x="2716622" y="5831916"/>
                <a:ext cx="871166" cy="646331"/>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0E2C28F7-01DF-6BAE-8976-9A28CC3CCDDF}"/>
                  </a:ext>
                </a:extLst>
              </p:cNvPr>
              <p:cNvSpPr txBox="1"/>
              <p:nvPr/>
            </p:nvSpPr>
            <p:spPr>
              <a:xfrm>
                <a:off x="308864" y="8184102"/>
                <a:ext cx="719847" cy="646331"/>
              </a:xfrm>
              <a:prstGeom prst="rect">
                <a:avLst/>
              </a:prstGeom>
              <a:noFill/>
            </p:spPr>
            <p:txBody>
              <a:bodyPr wrap="square">
                <a:spAutoFit/>
              </a:bodyPr>
              <a:lstStyle>
                <a:defPPr>
                  <a:defRPr lang="en-US"/>
                </a:defPPr>
                <a:lvl1pPr>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oMath>
                  </m:oMathPara>
                </a14:m>
                <a:endParaRPr kumimoji="0" lang="en-GB" sz="36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p:txBody>
          </p:sp>
        </mc:Choice>
        <mc:Fallback xmlns="">
          <p:sp>
            <p:nvSpPr>
              <p:cNvPr id="71" name="TextBox 70">
                <a:extLst>
                  <a:ext uri="{FF2B5EF4-FFF2-40B4-BE49-F238E27FC236}">
                    <a16:creationId xmlns:a16="http://schemas.microsoft.com/office/drawing/2014/main" id="{D11CA6FB-DCE5-7EE0-D11E-C063D6F0B2D6}"/>
                  </a:ext>
                </a:extLst>
              </p:cNvPr>
              <p:cNvSpPr txBox="1">
                <a:spLocks noRot="1" noChangeAspect="1" noMove="1" noResize="1" noEditPoints="1" noAdjustHandles="1" noChangeArrowheads="1" noChangeShapeType="1" noTextEdit="1"/>
              </p:cNvSpPr>
              <p:nvPr/>
            </p:nvSpPr>
            <p:spPr>
              <a:xfrm>
                <a:off x="308864" y="8184102"/>
                <a:ext cx="719847" cy="646331"/>
              </a:xfrm>
              <a:prstGeom prst="rect">
                <a:avLst/>
              </a:prstGeom>
              <a:blipFill>
                <a:blip r:embed="rId14"/>
                <a:stretch>
                  <a:fillRect/>
                </a:stretch>
              </a:blipFill>
            </p:spPr>
            <p:txBody>
              <a:bodyPr/>
              <a:lstStyle/>
              <a:p>
                <a:r>
                  <a:rPr lang="en-GB">
                    <a:noFill/>
                  </a:rPr>
                  <a:t> </a:t>
                </a:r>
              </a:p>
            </p:txBody>
          </p:sp>
        </mc:Fallback>
      </mc:AlternateContent>
      <p:sp>
        <p:nvSpPr>
          <p:cNvPr id="2" name="TextBox 1">
            <a:extLst>
              <a:ext uri="{FF2B5EF4-FFF2-40B4-BE49-F238E27FC236}">
                <a16:creationId xmlns:a16="http://schemas.microsoft.com/office/drawing/2014/main" id="{6951F9CA-44B6-0A7D-63C2-0562DA844A1B}"/>
              </a:ext>
            </a:extLst>
          </p:cNvPr>
          <p:cNvSpPr txBox="1"/>
          <p:nvPr/>
        </p:nvSpPr>
        <p:spPr>
          <a:xfrm>
            <a:off x="2497389" y="10084098"/>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𝑑=0</a:t>
            </a:r>
          </a:p>
        </p:txBody>
      </p:sp>
      <p:sp>
        <p:nvSpPr>
          <p:cNvPr id="3" name="TextBox 2">
            <a:extLst>
              <a:ext uri="{FF2B5EF4-FFF2-40B4-BE49-F238E27FC236}">
                <a16:creationId xmlns:a16="http://schemas.microsoft.com/office/drawing/2014/main" id="{534734C0-3A25-B368-FCDB-3EF5B1AE7644}"/>
              </a:ext>
            </a:extLst>
          </p:cNvPr>
          <p:cNvSpPr txBox="1"/>
          <p:nvPr/>
        </p:nvSpPr>
        <p:spPr>
          <a:xfrm>
            <a:off x="7890208" y="9153598"/>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𝑑=1</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1856B33-FB90-E6AF-8BAC-184EC76DD2D3}"/>
                  </a:ext>
                </a:extLst>
              </p:cNvPr>
              <p:cNvSpPr txBox="1"/>
              <p:nvPr/>
            </p:nvSpPr>
            <p:spPr>
              <a:xfrm>
                <a:off x="7975570" y="4649973"/>
                <a:ext cx="871166" cy="64633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3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𝑗</m:t>
                      </m:r>
                    </m:oMath>
                  </m:oMathPara>
                </a14:m>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5" name="TextBox 4">
                <a:extLst>
                  <a:ext uri="{FF2B5EF4-FFF2-40B4-BE49-F238E27FC236}">
                    <a16:creationId xmlns:a16="http://schemas.microsoft.com/office/drawing/2014/main" id="{462B9F74-41F9-A190-4242-82872500B906}"/>
                  </a:ext>
                </a:extLst>
              </p:cNvPr>
              <p:cNvSpPr txBox="1">
                <a:spLocks noRot="1" noChangeAspect="1" noMove="1" noResize="1" noEditPoints="1" noAdjustHandles="1" noChangeArrowheads="1" noChangeShapeType="1" noTextEdit="1"/>
              </p:cNvSpPr>
              <p:nvPr/>
            </p:nvSpPr>
            <p:spPr>
              <a:xfrm>
                <a:off x="7975570" y="4649973"/>
                <a:ext cx="871166" cy="646331"/>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7107A871-7741-ABBA-4519-1F877B814344}"/>
                  </a:ext>
                </a:extLst>
              </p:cNvPr>
              <p:cNvSpPr txBox="1"/>
              <p:nvPr/>
            </p:nvSpPr>
            <p:spPr>
              <a:xfrm>
                <a:off x="5663091" y="7125366"/>
                <a:ext cx="719847" cy="646331"/>
              </a:xfrm>
              <a:prstGeom prst="rect">
                <a:avLst/>
              </a:prstGeom>
              <a:noFill/>
            </p:spPr>
            <p:txBody>
              <a:bodyPr wrap="square">
                <a:spAutoFit/>
              </a:bodyPr>
              <a:lstStyle>
                <a:defPPr>
                  <a:defRPr lang="en-US"/>
                </a:defPPr>
                <a:lvl1pPr>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oMath>
                  </m:oMathPara>
                </a14:m>
                <a:endParaRPr kumimoji="0" lang="en-GB" sz="36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p:txBody>
          </p:sp>
        </mc:Choice>
        <mc:Fallback xmlns="">
          <p:sp>
            <p:nvSpPr>
              <p:cNvPr id="68" name="TextBox 67">
                <a:extLst>
                  <a:ext uri="{FF2B5EF4-FFF2-40B4-BE49-F238E27FC236}">
                    <a16:creationId xmlns:a16="http://schemas.microsoft.com/office/drawing/2014/main" id="{BC3A7D4A-F291-825F-CFF5-0DABE9A9D601}"/>
                  </a:ext>
                </a:extLst>
              </p:cNvPr>
              <p:cNvSpPr txBox="1">
                <a:spLocks noRot="1" noChangeAspect="1" noMove="1" noResize="1" noEditPoints="1" noAdjustHandles="1" noChangeArrowheads="1" noChangeShapeType="1" noTextEdit="1"/>
              </p:cNvSpPr>
              <p:nvPr/>
            </p:nvSpPr>
            <p:spPr>
              <a:xfrm>
                <a:off x="5663091" y="7125366"/>
                <a:ext cx="719847" cy="646331"/>
              </a:xfrm>
              <a:prstGeom prst="rect">
                <a:avLst/>
              </a:prstGeom>
              <a:blipFill>
                <a:blip r:embed="rId16"/>
                <a:stretch>
                  <a:fillRect/>
                </a:stretch>
              </a:blipFill>
            </p:spPr>
            <p:txBody>
              <a:bodyPr/>
              <a:lstStyle/>
              <a:p>
                <a:r>
                  <a:rPr lang="en-GB">
                    <a:noFill/>
                  </a:rPr>
                  <a:t> </a:t>
                </a:r>
              </a:p>
            </p:txBody>
          </p:sp>
        </mc:Fallback>
      </mc:AlternateContent>
      <p:sp>
        <p:nvSpPr>
          <p:cNvPr id="70" name="Left Brace 69">
            <a:extLst>
              <a:ext uri="{FF2B5EF4-FFF2-40B4-BE49-F238E27FC236}">
                <a16:creationId xmlns:a16="http://schemas.microsoft.com/office/drawing/2014/main" id="{4DB4FE99-7AAB-9D21-6333-18FD05F72464}"/>
              </a:ext>
            </a:extLst>
          </p:cNvPr>
          <p:cNvSpPr/>
          <p:nvPr/>
        </p:nvSpPr>
        <p:spPr>
          <a:xfrm rot="5400000">
            <a:off x="8113917" y="4098443"/>
            <a:ext cx="594473" cy="3297675"/>
          </a:xfrm>
          <a:prstGeom prst="leftBrace">
            <a:avLst>
              <a:gd name="adj1" fmla="val 32899"/>
              <a:gd name="adj2" fmla="val 50000"/>
            </a:avLst>
          </a:prstGeom>
          <a:ln w="57150">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Left Brace 71">
            <a:extLst>
              <a:ext uri="{FF2B5EF4-FFF2-40B4-BE49-F238E27FC236}">
                <a16:creationId xmlns:a16="http://schemas.microsoft.com/office/drawing/2014/main" id="{85629AD6-9CBE-BF47-7D48-B6C76F008933}"/>
              </a:ext>
            </a:extLst>
          </p:cNvPr>
          <p:cNvSpPr/>
          <p:nvPr/>
        </p:nvSpPr>
        <p:spPr>
          <a:xfrm rot="5400000">
            <a:off x="2796785" y="5211527"/>
            <a:ext cx="594473" cy="3286151"/>
          </a:xfrm>
          <a:prstGeom prst="leftBrace">
            <a:avLst>
              <a:gd name="adj1" fmla="val 32899"/>
              <a:gd name="adj2" fmla="val 50000"/>
            </a:avLst>
          </a:prstGeom>
          <a:ln w="57150">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Left Brace 72">
            <a:extLst>
              <a:ext uri="{FF2B5EF4-FFF2-40B4-BE49-F238E27FC236}">
                <a16:creationId xmlns:a16="http://schemas.microsoft.com/office/drawing/2014/main" id="{1FA5729C-0C4A-DF3D-C6C6-E1173C5242B9}"/>
              </a:ext>
            </a:extLst>
          </p:cNvPr>
          <p:cNvSpPr/>
          <p:nvPr/>
        </p:nvSpPr>
        <p:spPr>
          <a:xfrm>
            <a:off x="844948" y="7151839"/>
            <a:ext cx="594473" cy="2791853"/>
          </a:xfrm>
          <a:prstGeom prst="leftBrace">
            <a:avLst>
              <a:gd name="adj1" fmla="val 32899"/>
              <a:gd name="adj2" fmla="val 50000"/>
            </a:avLst>
          </a:prstGeom>
          <a:ln w="57150">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Left Brace 73">
            <a:extLst>
              <a:ext uri="{FF2B5EF4-FFF2-40B4-BE49-F238E27FC236}">
                <a16:creationId xmlns:a16="http://schemas.microsoft.com/office/drawing/2014/main" id="{BBB78349-60DD-70B1-E14A-F32B2B361E43}"/>
              </a:ext>
            </a:extLst>
          </p:cNvPr>
          <p:cNvSpPr/>
          <p:nvPr/>
        </p:nvSpPr>
        <p:spPr>
          <a:xfrm>
            <a:off x="6186528" y="6052606"/>
            <a:ext cx="594473" cy="2791853"/>
          </a:xfrm>
          <a:prstGeom prst="leftBrace">
            <a:avLst>
              <a:gd name="adj1" fmla="val 32899"/>
              <a:gd name="adj2" fmla="val 50000"/>
            </a:avLst>
          </a:prstGeom>
          <a:ln w="57150">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6" name="Group 35">
            <a:extLst>
              <a:ext uri="{FF2B5EF4-FFF2-40B4-BE49-F238E27FC236}">
                <a16:creationId xmlns:a16="http://schemas.microsoft.com/office/drawing/2014/main" id="{4A9C22B2-DA39-3841-61C0-7502467C9EE6}"/>
              </a:ext>
            </a:extLst>
          </p:cNvPr>
          <p:cNvGrpSpPr/>
          <p:nvPr/>
        </p:nvGrpSpPr>
        <p:grpSpPr>
          <a:xfrm>
            <a:off x="6762316" y="6058891"/>
            <a:ext cx="3297675" cy="2801565"/>
            <a:chOff x="2957208" y="6679658"/>
            <a:chExt cx="3297675" cy="2801565"/>
          </a:xfrm>
        </p:grpSpPr>
        <p:sp>
          <p:nvSpPr>
            <p:cNvPr id="37" name="Rectangle 36">
              <a:extLst>
                <a:ext uri="{FF2B5EF4-FFF2-40B4-BE49-F238E27FC236}">
                  <a16:creationId xmlns:a16="http://schemas.microsoft.com/office/drawing/2014/main" id="{FF125CD8-02A3-19F6-79E9-23E03C101321}"/>
                </a:ext>
              </a:extLst>
            </p:cNvPr>
            <p:cNvSpPr/>
            <p:nvPr/>
          </p:nvSpPr>
          <p:spPr>
            <a:xfrm>
              <a:off x="2957208" y="6679658"/>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9</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8" name="Rectangle 37">
              <a:extLst>
                <a:ext uri="{FF2B5EF4-FFF2-40B4-BE49-F238E27FC236}">
                  <a16:creationId xmlns:a16="http://schemas.microsoft.com/office/drawing/2014/main" id="{3BCEC62D-A93D-6602-F392-86D0B34B5001}"/>
                </a:ext>
              </a:extLst>
            </p:cNvPr>
            <p:cNvSpPr/>
            <p:nvPr/>
          </p:nvSpPr>
          <p:spPr>
            <a:xfrm>
              <a:off x="4056433" y="6679658"/>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10</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976E63A3-C009-8068-BF81-63D4AB02F780}"/>
                </a:ext>
              </a:extLst>
            </p:cNvPr>
            <p:cNvSpPr/>
            <p:nvPr/>
          </p:nvSpPr>
          <p:spPr>
            <a:xfrm>
              <a:off x="5155658" y="6679658"/>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11</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0" name="Rectangle 39">
              <a:extLst>
                <a:ext uri="{FF2B5EF4-FFF2-40B4-BE49-F238E27FC236}">
                  <a16:creationId xmlns:a16="http://schemas.microsoft.com/office/drawing/2014/main" id="{531EADA5-0039-64CC-7830-46C552E3325A}"/>
                </a:ext>
              </a:extLst>
            </p:cNvPr>
            <p:cNvSpPr/>
            <p:nvPr/>
          </p:nvSpPr>
          <p:spPr>
            <a:xfrm>
              <a:off x="2957208" y="7613513"/>
              <a:ext cx="1099225" cy="933855"/>
            </a:xfrm>
            <a:prstGeom prst="rect">
              <a:avLst/>
            </a:prstGeom>
            <a:solidFill>
              <a:schemeClr val="accent3">
                <a:lumMod val="50000"/>
              </a:schemeClr>
            </a:solid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12</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1" name="Rectangle 40">
              <a:extLst>
                <a:ext uri="{FF2B5EF4-FFF2-40B4-BE49-F238E27FC236}">
                  <a16:creationId xmlns:a16="http://schemas.microsoft.com/office/drawing/2014/main" id="{ADAA548D-2752-709A-8115-709B2DF020B6}"/>
                </a:ext>
              </a:extLst>
            </p:cNvPr>
            <p:cNvSpPr/>
            <p:nvPr/>
          </p:nvSpPr>
          <p:spPr>
            <a:xfrm>
              <a:off x="4056433" y="7613513"/>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13</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2" name="Rectangle 41">
              <a:extLst>
                <a:ext uri="{FF2B5EF4-FFF2-40B4-BE49-F238E27FC236}">
                  <a16:creationId xmlns:a16="http://schemas.microsoft.com/office/drawing/2014/main" id="{2934E23A-A80C-ECA7-E3CE-D4EEDBF25439}"/>
                </a:ext>
              </a:extLst>
            </p:cNvPr>
            <p:cNvSpPr/>
            <p:nvPr/>
          </p:nvSpPr>
          <p:spPr>
            <a:xfrm>
              <a:off x="5155658" y="7613513"/>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14</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 name="Rectangle 42">
              <a:extLst>
                <a:ext uri="{FF2B5EF4-FFF2-40B4-BE49-F238E27FC236}">
                  <a16:creationId xmlns:a16="http://schemas.microsoft.com/office/drawing/2014/main" id="{DA8E7B26-B75D-62DA-0819-A53EB830A62C}"/>
                </a:ext>
              </a:extLst>
            </p:cNvPr>
            <p:cNvSpPr/>
            <p:nvPr/>
          </p:nvSpPr>
          <p:spPr>
            <a:xfrm>
              <a:off x="2957208" y="8547368"/>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15</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4" name="Rectangle 43">
              <a:extLst>
                <a:ext uri="{FF2B5EF4-FFF2-40B4-BE49-F238E27FC236}">
                  <a16:creationId xmlns:a16="http://schemas.microsoft.com/office/drawing/2014/main" id="{F0823ACB-7043-B7CA-5FD7-0821567FF25A}"/>
                </a:ext>
              </a:extLst>
            </p:cNvPr>
            <p:cNvSpPr/>
            <p:nvPr/>
          </p:nvSpPr>
          <p:spPr>
            <a:xfrm>
              <a:off x="4056433" y="8547368"/>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16</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5" name="Rectangle 44">
              <a:extLst>
                <a:ext uri="{FF2B5EF4-FFF2-40B4-BE49-F238E27FC236}">
                  <a16:creationId xmlns:a16="http://schemas.microsoft.com/office/drawing/2014/main" id="{4C6E20B7-2B2D-BA10-DCE7-1E8E4CB009C6}"/>
                </a:ext>
              </a:extLst>
            </p:cNvPr>
            <p:cNvSpPr/>
            <p:nvPr/>
          </p:nvSpPr>
          <p:spPr>
            <a:xfrm>
              <a:off x="5155658" y="8547368"/>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17</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35" name="Group 34">
            <a:extLst>
              <a:ext uri="{FF2B5EF4-FFF2-40B4-BE49-F238E27FC236}">
                <a16:creationId xmlns:a16="http://schemas.microsoft.com/office/drawing/2014/main" id="{6629CD6E-4FC2-F125-58C3-31D45E05F6F4}"/>
              </a:ext>
            </a:extLst>
          </p:cNvPr>
          <p:cNvGrpSpPr/>
          <p:nvPr/>
        </p:nvGrpSpPr>
        <p:grpSpPr>
          <a:xfrm>
            <a:off x="1450947" y="7142127"/>
            <a:ext cx="3297675" cy="2801565"/>
            <a:chOff x="2957208" y="6679658"/>
            <a:chExt cx="3297675" cy="2801565"/>
          </a:xfrm>
        </p:grpSpPr>
        <p:sp>
          <p:nvSpPr>
            <p:cNvPr id="23" name="Rectangle 22">
              <a:extLst>
                <a:ext uri="{FF2B5EF4-FFF2-40B4-BE49-F238E27FC236}">
                  <a16:creationId xmlns:a16="http://schemas.microsoft.com/office/drawing/2014/main" id="{AC896C11-D72B-136A-ACAE-99371FD95715}"/>
                </a:ext>
              </a:extLst>
            </p:cNvPr>
            <p:cNvSpPr/>
            <p:nvPr/>
          </p:nvSpPr>
          <p:spPr>
            <a:xfrm>
              <a:off x="2957208" y="6679658"/>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0</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6D76DEED-BE17-9898-424E-17C06B093CD4}"/>
                </a:ext>
              </a:extLst>
            </p:cNvPr>
            <p:cNvSpPr/>
            <p:nvPr/>
          </p:nvSpPr>
          <p:spPr>
            <a:xfrm>
              <a:off x="4056433" y="6679658"/>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1</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795F54E4-8300-12AE-A6CA-EA455FF32F0D}"/>
                </a:ext>
              </a:extLst>
            </p:cNvPr>
            <p:cNvSpPr/>
            <p:nvPr/>
          </p:nvSpPr>
          <p:spPr>
            <a:xfrm>
              <a:off x="5155658" y="6679658"/>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2</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A5FD2E89-A808-A60C-CC2C-84FA447D065E}"/>
                </a:ext>
              </a:extLst>
            </p:cNvPr>
            <p:cNvSpPr/>
            <p:nvPr/>
          </p:nvSpPr>
          <p:spPr>
            <a:xfrm>
              <a:off x="2957208" y="7613513"/>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3</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B80CD73A-8ABA-32F0-FB18-34799331F173}"/>
                </a:ext>
              </a:extLst>
            </p:cNvPr>
            <p:cNvSpPr/>
            <p:nvPr/>
          </p:nvSpPr>
          <p:spPr>
            <a:xfrm>
              <a:off x="4056433" y="7613513"/>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4</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724A6C16-8663-E5F3-7E86-0270C26D1EE6}"/>
                </a:ext>
              </a:extLst>
            </p:cNvPr>
            <p:cNvSpPr/>
            <p:nvPr/>
          </p:nvSpPr>
          <p:spPr>
            <a:xfrm>
              <a:off x="5155658" y="7613513"/>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5</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1B984E42-82FC-B0A6-7C5B-D3A946C56531}"/>
                </a:ext>
              </a:extLst>
            </p:cNvPr>
            <p:cNvSpPr/>
            <p:nvPr/>
          </p:nvSpPr>
          <p:spPr>
            <a:xfrm>
              <a:off x="2957208" y="8547368"/>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6</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C266E6E6-04A0-D304-7D28-B86D9421FACF}"/>
                </a:ext>
              </a:extLst>
            </p:cNvPr>
            <p:cNvSpPr/>
            <p:nvPr/>
          </p:nvSpPr>
          <p:spPr>
            <a:xfrm>
              <a:off x="4056433" y="8547368"/>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7</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5323900F-3C07-D567-4C8E-041AD26C911B}"/>
                </a:ext>
              </a:extLst>
            </p:cNvPr>
            <p:cNvSpPr/>
            <p:nvPr/>
          </p:nvSpPr>
          <p:spPr>
            <a:xfrm>
              <a:off x="5155658" y="8547368"/>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8</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4DD5E23F-F91F-B2B3-78E8-1E7FF2A5CAA7}"/>
                  </a:ext>
                </a:extLst>
              </p:cNvPr>
              <p:cNvSpPr txBox="1"/>
              <p:nvPr/>
            </p:nvSpPr>
            <p:spPr>
              <a:xfrm>
                <a:off x="10803682" y="9652661"/>
                <a:ext cx="3397113" cy="584775"/>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r>
                        <a:rPr kumimoji="0" 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𝑗</m:t>
                      </m:r>
                      <m:r>
                        <a:rPr kumimoji="0" 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𝑑</m:t>
                      </m:r>
                      <m:r>
                        <a:rPr kumimoji="0" 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)=(1,0,1)</m:t>
                      </m:r>
                    </m:oMath>
                  </m:oMathPara>
                </a14:m>
                <a:endParaRPr kumimoji="0" lang="en-GB" sz="3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p:txBody>
          </p:sp>
        </mc:Choice>
        <mc:Fallback xmlns="">
          <p:sp>
            <p:nvSpPr>
              <p:cNvPr id="81" name="TextBox 80">
                <a:extLst>
                  <a:ext uri="{FF2B5EF4-FFF2-40B4-BE49-F238E27FC236}">
                    <a16:creationId xmlns:a16="http://schemas.microsoft.com/office/drawing/2014/main" id="{4DD5E23F-F91F-B2B3-78E8-1E7FF2A5CAA7}"/>
                  </a:ext>
                </a:extLst>
              </p:cNvPr>
              <p:cNvSpPr txBox="1">
                <a:spLocks noRot="1" noChangeAspect="1" noMove="1" noResize="1" noEditPoints="1" noAdjustHandles="1" noChangeArrowheads="1" noChangeShapeType="1" noTextEdit="1"/>
              </p:cNvSpPr>
              <p:nvPr/>
            </p:nvSpPr>
            <p:spPr>
              <a:xfrm>
                <a:off x="10803682" y="9652661"/>
                <a:ext cx="3397113" cy="584775"/>
              </a:xfrm>
              <a:prstGeom prst="rect">
                <a:avLst/>
              </a:prstGeom>
              <a:blipFill>
                <a:blip r:embed="rId17"/>
                <a:stretch>
                  <a:fillRect/>
                </a:stretch>
              </a:blipFill>
            </p:spPr>
            <p:txBody>
              <a:bodyPr/>
              <a:lstStyle/>
              <a:p>
                <a:r>
                  <a:rPr lang="en-GB">
                    <a:noFill/>
                  </a:rPr>
                  <a:t> </a:t>
                </a:r>
              </a:p>
            </p:txBody>
          </p:sp>
        </mc:Fallback>
      </mc:AlternateContent>
      <p:sp>
        <p:nvSpPr>
          <p:cNvPr id="78" name="TextBox 77">
            <a:extLst>
              <a:ext uri="{FF2B5EF4-FFF2-40B4-BE49-F238E27FC236}">
                <a16:creationId xmlns:a16="http://schemas.microsoft.com/office/drawing/2014/main" id="{2ECF035D-4775-7748-1E06-6FACBAE03ABB}"/>
              </a:ext>
            </a:extLst>
          </p:cNvPr>
          <p:cNvSpPr txBox="1"/>
          <p:nvPr/>
        </p:nvSpPr>
        <p:spPr>
          <a:xfrm rot="3153675">
            <a:off x="3531523" y="3854596"/>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schemeClr val="tx1">
                    <a:lumMod val="50000"/>
                    <a:lumOff val="50000"/>
                  </a:schemeClr>
                </a:solidFill>
                <a:effectLst/>
                <a:uLnTx/>
                <a:uFillTx/>
                <a:latin typeface="Cambria Math" panose="02040503050406030204" pitchFamily="18" charset="0"/>
                <a:ea typeface="+mn-ea"/>
                <a:cs typeface="+mn-cs"/>
              </a:rPr>
              <a:t>j=0</a:t>
            </a:r>
          </a:p>
        </p:txBody>
      </p:sp>
      <p:sp>
        <p:nvSpPr>
          <p:cNvPr id="79" name="TextBox 78">
            <a:extLst>
              <a:ext uri="{FF2B5EF4-FFF2-40B4-BE49-F238E27FC236}">
                <a16:creationId xmlns:a16="http://schemas.microsoft.com/office/drawing/2014/main" id="{31A9AAFA-F8FE-72FD-BAB1-9C2C9303FAB2}"/>
              </a:ext>
            </a:extLst>
          </p:cNvPr>
          <p:cNvSpPr txBox="1"/>
          <p:nvPr/>
        </p:nvSpPr>
        <p:spPr>
          <a:xfrm rot="3153675">
            <a:off x="4500619" y="3887387"/>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schemeClr val="bg1">
                    <a:lumMod val="65000"/>
                  </a:schemeClr>
                </a:solidFill>
                <a:effectLst/>
                <a:uLnTx/>
                <a:uFillTx/>
                <a:latin typeface="Cambria Math" panose="02040503050406030204" pitchFamily="18" charset="0"/>
                <a:ea typeface="+mn-ea"/>
                <a:cs typeface="+mn-cs"/>
              </a:rPr>
              <a:t>j=1</a:t>
            </a:r>
          </a:p>
        </p:txBody>
      </p:sp>
      <p:sp>
        <p:nvSpPr>
          <p:cNvPr id="80" name="TextBox 79">
            <a:extLst>
              <a:ext uri="{FF2B5EF4-FFF2-40B4-BE49-F238E27FC236}">
                <a16:creationId xmlns:a16="http://schemas.microsoft.com/office/drawing/2014/main" id="{47490C43-C868-29C0-120D-831CF49C7F19}"/>
              </a:ext>
            </a:extLst>
          </p:cNvPr>
          <p:cNvSpPr txBox="1"/>
          <p:nvPr/>
        </p:nvSpPr>
        <p:spPr>
          <a:xfrm>
            <a:off x="5345081" y="3451389"/>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schemeClr val="bg1">
                    <a:lumMod val="65000"/>
                  </a:schemeClr>
                </a:solidFill>
                <a:effectLst/>
                <a:uLnTx/>
                <a:uFillTx/>
                <a:latin typeface="Cambria Math" panose="02040503050406030204" pitchFamily="18" charset="0"/>
                <a:ea typeface="+mn-ea"/>
                <a:cs typeface="+mn-cs"/>
              </a:rPr>
              <a:t>…</a:t>
            </a:r>
          </a:p>
        </p:txBody>
      </p:sp>
      <p:sp>
        <p:nvSpPr>
          <p:cNvPr id="82" name="Rectangle: Rounded Corners 81">
            <a:extLst>
              <a:ext uri="{FF2B5EF4-FFF2-40B4-BE49-F238E27FC236}">
                <a16:creationId xmlns:a16="http://schemas.microsoft.com/office/drawing/2014/main" id="{B3EB8BC6-CEE4-81CC-D8D4-CFD772578535}"/>
              </a:ext>
            </a:extLst>
          </p:cNvPr>
          <p:cNvSpPr/>
          <p:nvPr/>
        </p:nvSpPr>
        <p:spPr>
          <a:xfrm>
            <a:off x="676633" y="168490"/>
            <a:ext cx="8467367" cy="721549"/>
          </a:xfrm>
          <a:prstGeom prst="roundRect">
            <a:avLst>
              <a:gd name="adj" fmla="val 5537"/>
            </a:avLst>
          </a:prstGeom>
          <a:noFill/>
          <a:ln w="38100">
            <a:solidFill>
              <a:schemeClr val="tx2">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Rectangle: Rounded Corners 82">
            <a:extLst>
              <a:ext uri="{FF2B5EF4-FFF2-40B4-BE49-F238E27FC236}">
                <a16:creationId xmlns:a16="http://schemas.microsoft.com/office/drawing/2014/main" id="{6AAEE60A-4439-6481-D65E-ECD9100DE00A}"/>
              </a:ext>
            </a:extLst>
          </p:cNvPr>
          <p:cNvSpPr/>
          <p:nvPr/>
        </p:nvSpPr>
        <p:spPr>
          <a:xfrm>
            <a:off x="10640440" y="5602445"/>
            <a:ext cx="5829031" cy="4922884"/>
          </a:xfrm>
          <a:prstGeom prst="roundRect">
            <a:avLst>
              <a:gd name="adj" fmla="val 5537"/>
            </a:avLst>
          </a:prstGeom>
          <a:noFill/>
          <a:ln w="38100">
            <a:solidFill>
              <a:schemeClr val="tx2">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856C51DD-7BFC-EB9F-6F3B-AFE0107EB949}"/>
                  </a:ext>
                </a:extLst>
              </p:cNvPr>
              <p:cNvSpPr txBox="1"/>
              <p:nvPr/>
            </p:nvSpPr>
            <p:spPr>
              <a:xfrm>
                <a:off x="10905376" y="220974"/>
                <a:ext cx="1551008"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GB"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𝑣</m:t>
                      </m:r>
                      <m:r>
                        <a:rPr kumimoji="0" 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=12</m:t>
                      </m:r>
                    </m:oMath>
                  </m:oMathPara>
                </a14:m>
                <a:endParaRPr lang="en-GB" dirty="0"/>
              </a:p>
            </p:txBody>
          </p:sp>
        </mc:Choice>
        <mc:Fallback xmlns="">
          <p:sp>
            <p:nvSpPr>
              <p:cNvPr id="85" name="TextBox 84">
                <a:extLst>
                  <a:ext uri="{FF2B5EF4-FFF2-40B4-BE49-F238E27FC236}">
                    <a16:creationId xmlns:a16="http://schemas.microsoft.com/office/drawing/2014/main" id="{856C51DD-7BFC-EB9F-6F3B-AFE0107EB949}"/>
                  </a:ext>
                </a:extLst>
              </p:cNvPr>
              <p:cNvSpPr txBox="1">
                <a:spLocks noRot="1" noChangeAspect="1" noMove="1" noResize="1" noEditPoints="1" noAdjustHandles="1" noChangeArrowheads="1" noChangeShapeType="1" noTextEdit="1"/>
              </p:cNvSpPr>
              <p:nvPr/>
            </p:nvSpPr>
            <p:spPr>
              <a:xfrm>
                <a:off x="10905376" y="220974"/>
                <a:ext cx="1551008" cy="584775"/>
              </a:xfrm>
              <a:prstGeom prst="rect">
                <a:avLst/>
              </a:prstGeom>
              <a:blipFill>
                <a:blip r:embed="rId18"/>
                <a:stretch>
                  <a:fillRect/>
                </a:stretch>
              </a:blipFill>
            </p:spPr>
            <p:txBody>
              <a:bodyPr/>
              <a:lstStyle/>
              <a:p>
                <a:r>
                  <a:rPr lang="en-GB">
                    <a:noFill/>
                  </a:rPr>
                  <a:t> </a:t>
                </a:r>
              </a:p>
            </p:txBody>
          </p:sp>
        </mc:Fallback>
      </mc:AlternateContent>
      <p:sp>
        <p:nvSpPr>
          <p:cNvPr id="87" name="Arrow: Pentagon 86">
            <a:extLst>
              <a:ext uri="{FF2B5EF4-FFF2-40B4-BE49-F238E27FC236}">
                <a16:creationId xmlns:a16="http://schemas.microsoft.com/office/drawing/2014/main" id="{3D12ED6E-2912-EE3C-B3E4-0C8E90E9812D}"/>
              </a:ext>
            </a:extLst>
          </p:cNvPr>
          <p:cNvSpPr/>
          <p:nvPr/>
        </p:nvSpPr>
        <p:spPr>
          <a:xfrm rot="5400000">
            <a:off x="10873479" y="1071988"/>
            <a:ext cx="1607213" cy="1024026"/>
          </a:xfrm>
          <a:prstGeom prst="homePlate">
            <a:avLst>
              <a:gd name="adj" fmla="val 74964"/>
            </a:avLst>
          </a:prstGeom>
          <a:solidFill>
            <a:schemeClr val="tx1">
              <a:lumMod val="75000"/>
              <a:lumOff val="25000"/>
              <a:alpha val="2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588797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901662-31A6-2122-8AE1-B1006CF51546}"/>
            </a:ext>
          </a:extLst>
        </p:cNvPr>
        <p:cNvGrpSpPr/>
        <p:nvPr/>
      </p:nvGrpSpPr>
      <p:grpSpPr>
        <a:xfrm>
          <a:off x="0" y="0"/>
          <a:ext cx="0" cy="0"/>
          <a:chOff x="0" y="0"/>
          <a:chExt cx="0" cy="0"/>
        </a:xfrm>
      </p:grpSpPr>
      <p:sp>
        <p:nvSpPr>
          <p:cNvPr id="75" name="Rectangle 74">
            <a:extLst>
              <a:ext uri="{FF2B5EF4-FFF2-40B4-BE49-F238E27FC236}">
                <a16:creationId xmlns:a16="http://schemas.microsoft.com/office/drawing/2014/main" id="{A910479D-CA84-3610-986A-E805C43212BE}"/>
              </a:ext>
            </a:extLst>
          </p:cNvPr>
          <p:cNvSpPr/>
          <p:nvPr/>
        </p:nvSpPr>
        <p:spPr>
          <a:xfrm>
            <a:off x="6794722" y="3116128"/>
            <a:ext cx="9693661" cy="2974974"/>
          </a:xfrm>
          <a:custGeom>
            <a:avLst/>
            <a:gdLst>
              <a:gd name="csX0" fmla="*/ 0 w 10175442"/>
              <a:gd name="csY0" fmla="*/ 0 h 2660342"/>
              <a:gd name="csX1" fmla="*/ 10175442 w 10175442"/>
              <a:gd name="csY1" fmla="*/ 0 h 2660342"/>
              <a:gd name="csX2" fmla="*/ 10175442 w 10175442"/>
              <a:gd name="csY2" fmla="*/ 2660342 h 2660342"/>
              <a:gd name="csX3" fmla="*/ 0 w 10175442"/>
              <a:gd name="csY3" fmla="*/ 2660342 h 2660342"/>
              <a:gd name="csX4" fmla="*/ 0 w 10175442"/>
              <a:gd name="csY4" fmla="*/ 0 h 2660342"/>
              <a:gd name="csX0" fmla="*/ 0 w 10175442"/>
              <a:gd name="csY0" fmla="*/ 0 h 2660342"/>
              <a:gd name="csX1" fmla="*/ 10175442 w 10175442"/>
              <a:gd name="csY1" fmla="*/ 0 h 2660342"/>
              <a:gd name="csX2" fmla="*/ 3273197 w 10175442"/>
              <a:gd name="csY2" fmla="*/ 2660342 h 2660342"/>
              <a:gd name="csX3" fmla="*/ 0 w 10175442"/>
              <a:gd name="csY3" fmla="*/ 2660342 h 2660342"/>
              <a:gd name="csX4" fmla="*/ 0 w 10175442"/>
              <a:gd name="csY4" fmla="*/ 0 h 2660342"/>
              <a:gd name="csX0" fmla="*/ 2379407 w 10175442"/>
              <a:gd name="csY0" fmla="*/ 0 h 2709503"/>
              <a:gd name="csX1" fmla="*/ 10175442 w 10175442"/>
              <a:gd name="csY1" fmla="*/ 49161 h 2709503"/>
              <a:gd name="csX2" fmla="*/ 3273197 w 10175442"/>
              <a:gd name="csY2" fmla="*/ 2709503 h 2709503"/>
              <a:gd name="csX3" fmla="*/ 0 w 10175442"/>
              <a:gd name="csY3" fmla="*/ 2709503 h 2709503"/>
              <a:gd name="csX4" fmla="*/ 2379407 w 10175442"/>
              <a:gd name="csY4" fmla="*/ 0 h 2709503"/>
              <a:gd name="csX0" fmla="*/ 1897626 w 9693661"/>
              <a:gd name="csY0" fmla="*/ 0 h 2925812"/>
              <a:gd name="csX1" fmla="*/ 9693661 w 9693661"/>
              <a:gd name="csY1" fmla="*/ 49161 h 2925812"/>
              <a:gd name="csX2" fmla="*/ 2791416 w 9693661"/>
              <a:gd name="csY2" fmla="*/ 2709503 h 2925812"/>
              <a:gd name="csX3" fmla="*/ 0 w 9693661"/>
              <a:gd name="csY3" fmla="*/ 2925812 h 2925812"/>
              <a:gd name="csX4" fmla="*/ 1897626 w 9693661"/>
              <a:gd name="csY4" fmla="*/ 0 h 2925812"/>
              <a:gd name="csX0" fmla="*/ 1897626 w 9693661"/>
              <a:gd name="csY0" fmla="*/ 0 h 2974974"/>
              <a:gd name="csX1" fmla="*/ 9693661 w 9693661"/>
              <a:gd name="csY1" fmla="*/ 49161 h 2974974"/>
              <a:gd name="csX2" fmla="*/ 3204370 w 9693661"/>
              <a:gd name="csY2" fmla="*/ 2974974 h 2974974"/>
              <a:gd name="csX3" fmla="*/ 0 w 9693661"/>
              <a:gd name="csY3" fmla="*/ 2925812 h 2974974"/>
              <a:gd name="csX4" fmla="*/ 1897626 w 9693661"/>
              <a:gd name="csY4" fmla="*/ 0 h 2974974"/>
            </a:gdLst>
            <a:ahLst/>
            <a:cxnLst>
              <a:cxn ang="0">
                <a:pos x="csX0" y="csY0"/>
              </a:cxn>
              <a:cxn ang="0">
                <a:pos x="csX1" y="csY1"/>
              </a:cxn>
              <a:cxn ang="0">
                <a:pos x="csX2" y="csY2"/>
              </a:cxn>
              <a:cxn ang="0">
                <a:pos x="csX3" y="csY3"/>
              </a:cxn>
              <a:cxn ang="0">
                <a:pos x="csX4" y="csY4"/>
              </a:cxn>
            </a:cxnLst>
            <a:rect l="l" t="t" r="r" b="b"/>
            <a:pathLst>
              <a:path w="9693661" h="2974974">
                <a:moveTo>
                  <a:pt x="1897626" y="0"/>
                </a:moveTo>
                <a:lnTo>
                  <a:pt x="9693661" y="49161"/>
                </a:lnTo>
                <a:lnTo>
                  <a:pt x="3204370" y="2974974"/>
                </a:lnTo>
                <a:lnTo>
                  <a:pt x="0" y="2925812"/>
                </a:lnTo>
                <a:lnTo>
                  <a:pt x="1897626" y="0"/>
                </a:lnTo>
                <a:close/>
              </a:path>
            </a:pathLst>
          </a:cu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6" name="Rectangle 74">
            <a:extLst>
              <a:ext uri="{FF2B5EF4-FFF2-40B4-BE49-F238E27FC236}">
                <a16:creationId xmlns:a16="http://schemas.microsoft.com/office/drawing/2014/main" id="{15C12ABC-41FB-AB47-97F9-1692B1F97F7C}"/>
              </a:ext>
            </a:extLst>
          </p:cNvPr>
          <p:cNvSpPr/>
          <p:nvPr/>
        </p:nvSpPr>
        <p:spPr>
          <a:xfrm>
            <a:off x="801185" y="3127067"/>
            <a:ext cx="7864861" cy="4056522"/>
          </a:xfrm>
          <a:custGeom>
            <a:avLst/>
            <a:gdLst>
              <a:gd name="csX0" fmla="*/ 0 w 10175442"/>
              <a:gd name="csY0" fmla="*/ 0 h 2660342"/>
              <a:gd name="csX1" fmla="*/ 10175442 w 10175442"/>
              <a:gd name="csY1" fmla="*/ 0 h 2660342"/>
              <a:gd name="csX2" fmla="*/ 10175442 w 10175442"/>
              <a:gd name="csY2" fmla="*/ 2660342 h 2660342"/>
              <a:gd name="csX3" fmla="*/ 0 w 10175442"/>
              <a:gd name="csY3" fmla="*/ 2660342 h 2660342"/>
              <a:gd name="csX4" fmla="*/ 0 w 10175442"/>
              <a:gd name="csY4" fmla="*/ 0 h 2660342"/>
              <a:gd name="csX0" fmla="*/ 0 w 10175442"/>
              <a:gd name="csY0" fmla="*/ 0 h 2660342"/>
              <a:gd name="csX1" fmla="*/ 10175442 w 10175442"/>
              <a:gd name="csY1" fmla="*/ 0 h 2660342"/>
              <a:gd name="csX2" fmla="*/ 3273197 w 10175442"/>
              <a:gd name="csY2" fmla="*/ 2660342 h 2660342"/>
              <a:gd name="csX3" fmla="*/ 0 w 10175442"/>
              <a:gd name="csY3" fmla="*/ 2660342 h 2660342"/>
              <a:gd name="csX4" fmla="*/ 0 w 10175442"/>
              <a:gd name="csY4" fmla="*/ 0 h 2660342"/>
              <a:gd name="csX0" fmla="*/ 2379407 w 10175442"/>
              <a:gd name="csY0" fmla="*/ 0 h 2709503"/>
              <a:gd name="csX1" fmla="*/ 10175442 w 10175442"/>
              <a:gd name="csY1" fmla="*/ 49161 h 2709503"/>
              <a:gd name="csX2" fmla="*/ 3273197 w 10175442"/>
              <a:gd name="csY2" fmla="*/ 2709503 h 2709503"/>
              <a:gd name="csX3" fmla="*/ 0 w 10175442"/>
              <a:gd name="csY3" fmla="*/ 2709503 h 2709503"/>
              <a:gd name="csX4" fmla="*/ 2379407 w 10175442"/>
              <a:gd name="csY4" fmla="*/ 0 h 2709503"/>
              <a:gd name="csX0" fmla="*/ 0 w 10450745"/>
              <a:gd name="csY0" fmla="*/ 0 h 2758664"/>
              <a:gd name="csX1" fmla="*/ 10450745 w 10450745"/>
              <a:gd name="csY1" fmla="*/ 98322 h 2758664"/>
              <a:gd name="csX2" fmla="*/ 3548500 w 10450745"/>
              <a:gd name="csY2" fmla="*/ 2758664 h 2758664"/>
              <a:gd name="csX3" fmla="*/ 275303 w 10450745"/>
              <a:gd name="csY3" fmla="*/ 2758664 h 2758664"/>
              <a:gd name="csX4" fmla="*/ 0 w 10450745"/>
              <a:gd name="csY4" fmla="*/ 0 h 2758664"/>
              <a:gd name="csX0" fmla="*/ 0 w 7864861"/>
              <a:gd name="csY0" fmla="*/ 9833 h 2768497"/>
              <a:gd name="csX1" fmla="*/ 7864861 w 7864861"/>
              <a:gd name="csY1" fmla="*/ 0 h 2768497"/>
              <a:gd name="csX2" fmla="*/ 3548500 w 7864861"/>
              <a:gd name="csY2" fmla="*/ 2768497 h 2768497"/>
              <a:gd name="csX3" fmla="*/ 275303 w 7864861"/>
              <a:gd name="csY3" fmla="*/ 2768497 h 2768497"/>
              <a:gd name="csX4" fmla="*/ 0 w 7864861"/>
              <a:gd name="csY4" fmla="*/ 9833 h 2768497"/>
              <a:gd name="csX0" fmla="*/ 0 w 7864861"/>
              <a:gd name="csY0" fmla="*/ 9833 h 4027026"/>
              <a:gd name="csX1" fmla="*/ 7864861 w 7864861"/>
              <a:gd name="csY1" fmla="*/ 0 h 4027026"/>
              <a:gd name="csX2" fmla="*/ 3922126 w 7864861"/>
              <a:gd name="csY2" fmla="*/ 4027026 h 4027026"/>
              <a:gd name="csX3" fmla="*/ 275303 w 7864861"/>
              <a:gd name="csY3" fmla="*/ 2768497 h 4027026"/>
              <a:gd name="csX4" fmla="*/ 0 w 7864861"/>
              <a:gd name="csY4" fmla="*/ 9833 h 4027026"/>
              <a:gd name="csX0" fmla="*/ 0 w 7864861"/>
              <a:gd name="csY0" fmla="*/ 9833 h 4056522"/>
              <a:gd name="csX1" fmla="*/ 7864861 w 7864861"/>
              <a:gd name="csY1" fmla="*/ 0 h 4056522"/>
              <a:gd name="csX2" fmla="*/ 3922126 w 7864861"/>
              <a:gd name="csY2" fmla="*/ 4027026 h 4056522"/>
              <a:gd name="csX3" fmla="*/ 668593 w 7864861"/>
              <a:gd name="csY3" fmla="*/ 4056522 h 4056522"/>
              <a:gd name="csX4" fmla="*/ 0 w 7864861"/>
              <a:gd name="csY4" fmla="*/ 9833 h 4056522"/>
            </a:gdLst>
            <a:ahLst/>
            <a:cxnLst>
              <a:cxn ang="0">
                <a:pos x="csX0" y="csY0"/>
              </a:cxn>
              <a:cxn ang="0">
                <a:pos x="csX1" y="csY1"/>
              </a:cxn>
              <a:cxn ang="0">
                <a:pos x="csX2" y="csY2"/>
              </a:cxn>
              <a:cxn ang="0">
                <a:pos x="csX3" y="csY3"/>
              </a:cxn>
              <a:cxn ang="0">
                <a:pos x="csX4" y="csY4"/>
              </a:cxn>
            </a:cxnLst>
            <a:rect l="l" t="t" r="r" b="b"/>
            <a:pathLst>
              <a:path w="7864861" h="4056522">
                <a:moveTo>
                  <a:pt x="0" y="9833"/>
                </a:moveTo>
                <a:lnTo>
                  <a:pt x="7864861" y="0"/>
                </a:lnTo>
                <a:lnTo>
                  <a:pt x="3922126" y="4027026"/>
                </a:lnTo>
                <a:lnTo>
                  <a:pt x="668593" y="4056522"/>
                </a:lnTo>
                <a:lnTo>
                  <a:pt x="0" y="9833"/>
                </a:lnTo>
                <a:close/>
              </a:path>
            </a:pathLst>
          </a:cu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7" name="Rectangle 74">
            <a:extLst>
              <a:ext uri="{FF2B5EF4-FFF2-40B4-BE49-F238E27FC236}">
                <a16:creationId xmlns:a16="http://schemas.microsoft.com/office/drawing/2014/main" id="{4708A23B-8518-5E99-BD0A-09E054A0F319}"/>
              </a:ext>
            </a:extLst>
          </p:cNvPr>
          <p:cNvSpPr/>
          <p:nvPr/>
        </p:nvSpPr>
        <p:spPr>
          <a:xfrm>
            <a:off x="1448995" y="6042249"/>
            <a:ext cx="8602281" cy="3899206"/>
          </a:xfrm>
          <a:custGeom>
            <a:avLst/>
            <a:gdLst>
              <a:gd name="csX0" fmla="*/ 0 w 10175442"/>
              <a:gd name="csY0" fmla="*/ 0 h 2660342"/>
              <a:gd name="csX1" fmla="*/ 10175442 w 10175442"/>
              <a:gd name="csY1" fmla="*/ 0 h 2660342"/>
              <a:gd name="csX2" fmla="*/ 10175442 w 10175442"/>
              <a:gd name="csY2" fmla="*/ 2660342 h 2660342"/>
              <a:gd name="csX3" fmla="*/ 0 w 10175442"/>
              <a:gd name="csY3" fmla="*/ 2660342 h 2660342"/>
              <a:gd name="csX4" fmla="*/ 0 w 10175442"/>
              <a:gd name="csY4" fmla="*/ 0 h 2660342"/>
              <a:gd name="csX0" fmla="*/ 0 w 10175442"/>
              <a:gd name="csY0" fmla="*/ 0 h 2660342"/>
              <a:gd name="csX1" fmla="*/ 10175442 w 10175442"/>
              <a:gd name="csY1" fmla="*/ 0 h 2660342"/>
              <a:gd name="csX2" fmla="*/ 3273197 w 10175442"/>
              <a:gd name="csY2" fmla="*/ 2660342 h 2660342"/>
              <a:gd name="csX3" fmla="*/ 0 w 10175442"/>
              <a:gd name="csY3" fmla="*/ 2660342 h 2660342"/>
              <a:gd name="csX4" fmla="*/ 0 w 10175442"/>
              <a:gd name="csY4" fmla="*/ 0 h 2660342"/>
              <a:gd name="csX0" fmla="*/ 2379407 w 10175442"/>
              <a:gd name="csY0" fmla="*/ 0 h 2709503"/>
              <a:gd name="csX1" fmla="*/ 10175442 w 10175442"/>
              <a:gd name="csY1" fmla="*/ 49161 h 2709503"/>
              <a:gd name="csX2" fmla="*/ 3273197 w 10175442"/>
              <a:gd name="csY2" fmla="*/ 2709503 h 2709503"/>
              <a:gd name="csX3" fmla="*/ 0 w 10175442"/>
              <a:gd name="csY3" fmla="*/ 2709503 h 2709503"/>
              <a:gd name="csX4" fmla="*/ 2379407 w 10175442"/>
              <a:gd name="csY4" fmla="*/ 0 h 2709503"/>
              <a:gd name="csX0" fmla="*/ 0 w 10450745"/>
              <a:gd name="csY0" fmla="*/ 0 h 2758664"/>
              <a:gd name="csX1" fmla="*/ 10450745 w 10450745"/>
              <a:gd name="csY1" fmla="*/ 98322 h 2758664"/>
              <a:gd name="csX2" fmla="*/ 3548500 w 10450745"/>
              <a:gd name="csY2" fmla="*/ 2758664 h 2758664"/>
              <a:gd name="csX3" fmla="*/ 275303 w 10450745"/>
              <a:gd name="csY3" fmla="*/ 2758664 h 2758664"/>
              <a:gd name="csX4" fmla="*/ 0 w 10450745"/>
              <a:gd name="csY4" fmla="*/ 0 h 2758664"/>
              <a:gd name="csX0" fmla="*/ 0 w 7864861"/>
              <a:gd name="csY0" fmla="*/ 9833 h 2768497"/>
              <a:gd name="csX1" fmla="*/ 7864861 w 7864861"/>
              <a:gd name="csY1" fmla="*/ 0 h 2768497"/>
              <a:gd name="csX2" fmla="*/ 3548500 w 7864861"/>
              <a:gd name="csY2" fmla="*/ 2768497 h 2768497"/>
              <a:gd name="csX3" fmla="*/ 275303 w 7864861"/>
              <a:gd name="csY3" fmla="*/ 2768497 h 2768497"/>
              <a:gd name="csX4" fmla="*/ 0 w 7864861"/>
              <a:gd name="csY4" fmla="*/ 9833 h 2768497"/>
              <a:gd name="csX0" fmla="*/ 0 w 7864861"/>
              <a:gd name="csY0" fmla="*/ 9833 h 4027026"/>
              <a:gd name="csX1" fmla="*/ 7864861 w 7864861"/>
              <a:gd name="csY1" fmla="*/ 0 h 4027026"/>
              <a:gd name="csX2" fmla="*/ 3922126 w 7864861"/>
              <a:gd name="csY2" fmla="*/ 4027026 h 4027026"/>
              <a:gd name="csX3" fmla="*/ 275303 w 7864861"/>
              <a:gd name="csY3" fmla="*/ 2768497 h 4027026"/>
              <a:gd name="csX4" fmla="*/ 0 w 7864861"/>
              <a:gd name="csY4" fmla="*/ 9833 h 4027026"/>
              <a:gd name="csX0" fmla="*/ 0 w 7864861"/>
              <a:gd name="csY0" fmla="*/ 9833 h 4056522"/>
              <a:gd name="csX1" fmla="*/ 7864861 w 7864861"/>
              <a:gd name="csY1" fmla="*/ 0 h 4056522"/>
              <a:gd name="csX2" fmla="*/ 3922126 w 7864861"/>
              <a:gd name="csY2" fmla="*/ 4027026 h 4056522"/>
              <a:gd name="csX3" fmla="*/ 668593 w 7864861"/>
              <a:gd name="csY3" fmla="*/ 4056522 h 4056522"/>
              <a:gd name="csX4" fmla="*/ 0 w 7864861"/>
              <a:gd name="csY4" fmla="*/ 9833 h 4056522"/>
              <a:gd name="csX0" fmla="*/ 0 w 8553119"/>
              <a:gd name="csY0" fmla="*/ 0 h 4046689"/>
              <a:gd name="csX1" fmla="*/ 8553119 w 8553119"/>
              <a:gd name="csY1" fmla="*/ 3097160 h 4046689"/>
              <a:gd name="csX2" fmla="*/ 3922126 w 8553119"/>
              <a:gd name="csY2" fmla="*/ 4017193 h 4046689"/>
              <a:gd name="csX3" fmla="*/ 668593 w 8553119"/>
              <a:gd name="csY3" fmla="*/ 4046689 h 4046689"/>
              <a:gd name="csX4" fmla="*/ 0 w 8553119"/>
              <a:gd name="csY4" fmla="*/ 0 h 4046689"/>
              <a:gd name="csX0" fmla="*/ 4640826 w 7884526"/>
              <a:gd name="csY0" fmla="*/ 0 h 3761554"/>
              <a:gd name="csX1" fmla="*/ 7884526 w 7884526"/>
              <a:gd name="csY1" fmla="*/ 2812025 h 3761554"/>
              <a:gd name="csX2" fmla="*/ 3253533 w 7884526"/>
              <a:gd name="csY2" fmla="*/ 3732058 h 3761554"/>
              <a:gd name="csX3" fmla="*/ 0 w 7884526"/>
              <a:gd name="csY3" fmla="*/ 3761554 h 3761554"/>
              <a:gd name="csX4" fmla="*/ 4640826 w 7884526"/>
              <a:gd name="csY4" fmla="*/ 0 h 3761554"/>
              <a:gd name="csX0" fmla="*/ 5358581 w 8602281"/>
              <a:gd name="csY0" fmla="*/ 0 h 3732058"/>
              <a:gd name="csX1" fmla="*/ 8602281 w 8602281"/>
              <a:gd name="csY1" fmla="*/ 2812025 h 3732058"/>
              <a:gd name="csX2" fmla="*/ 3971288 w 8602281"/>
              <a:gd name="csY2" fmla="*/ 3732058 h 3732058"/>
              <a:gd name="csX3" fmla="*/ 0 w 8602281"/>
              <a:gd name="csY3" fmla="*/ 1106845 h 3732058"/>
              <a:gd name="csX4" fmla="*/ 5358581 w 8602281"/>
              <a:gd name="csY4" fmla="*/ 0 h 3732058"/>
              <a:gd name="csX0" fmla="*/ 5358581 w 8602281"/>
              <a:gd name="csY0" fmla="*/ 0 h 3899206"/>
              <a:gd name="csX1" fmla="*/ 8602281 w 8602281"/>
              <a:gd name="csY1" fmla="*/ 2812025 h 3899206"/>
              <a:gd name="csX2" fmla="*/ 3233869 w 8602281"/>
              <a:gd name="csY2" fmla="*/ 3899206 h 3899206"/>
              <a:gd name="csX3" fmla="*/ 0 w 8602281"/>
              <a:gd name="csY3" fmla="*/ 1106845 h 3899206"/>
              <a:gd name="csX4" fmla="*/ 5358581 w 8602281"/>
              <a:gd name="csY4" fmla="*/ 0 h 3899206"/>
            </a:gdLst>
            <a:ahLst/>
            <a:cxnLst>
              <a:cxn ang="0">
                <a:pos x="csX0" y="csY0"/>
              </a:cxn>
              <a:cxn ang="0">
                <a:pos x="csX1" y="csY1"/>
              </a:cxn>
              <a:cxn ang="0">
                <a:pos x="csX2" y="csY2"/>
              </a:cxn>
              <a:cxn ang="0">
                <a:pos x="csX3" y="csY3"/>
              </a:cxn>
              <a:cxn ang="0">
                <a:pos x="csX4" y="csY4"/>
              </a:cxn>
            </a:cxnLst>
            <a:rect l="l" t="t" r="r" b="b"/>
            <a:pathLst>
              <a:path w="8602281" h="3899206">
                <a:moveTo>
                  <a:pt x="5358581" y="0"/>
                </a:moveTo>
                <a:lnTo>
                  <a:pt x="8602281" y="2812025"/>
                </a:lnTo>
                <a:lnTo>
                  <a:pt x="3233869" y="3899206"/>
                </a:lnTo>
                <a:lnTo>
                  <a:pt x="0" y="1106845"/>
                </a:lnTo>
                <a:lnTo>
                  <a:pt x="5358581" y="0"/>
                </a:lnTo>
                <a:close/>
              </a:path>
            </a:pathLst>
          </a:custGeom>
          <a:solidFill>
            <a:schemeClr val="accent1">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nvGrpSpPr>
          <p:cNvPr id="7" name="Group 6">
            <a:extLst>
              <a:ext uri="{FF2B5EF4-FFF2-40B4-BE49-F238E27FC236}">
                <a16:creationId xmlns:a16="http://schemas.microsoft.com/office/drawing/2014/main" id="{C253DD34-F009-3ED8-0349-2FE13DDFA262}"/>
              </a:ext>
            </a:extLst>
          </p:cNvPr>
          <p:cNvGrpSpPr/>
          <p:nvPr/>
        </p:nvGrpSpPr>
        <p:grpSpPr>
          <a:xfrm>
            <a:off x="807395" y="2405977"/>
            <a:ext cx="7840494" cy="759314"/>
            <a:chOff x="1838527" y="1108951"/>
            <a:chExt cx="9893025" cy="933857"/>
          </a:xfrm>
        </p:grpSpPr>
        <p:sp>
          <p:nvSpPr>
            <p:cNvPr id="4" name="Rectangle 3">
              <a:extLst>
                <a:ext uri="{FF2B5EF4-FFF2-40B4-BE49-F238E27FC236}">
                  <a16:creationId xmlns:a16="http://schemas.microsoft.com/office/drawing/2014/main" id="{D8631696-C64B-E12F-5C87-01D942F1F786}"/>
                </a:ext>
              </a:extLst>
            </p:cNvPr>
            <p:cNvSpPr/>
            <p:nvPr/>
          </p:nvSpPr>
          <p:spPr>
            <a:xfrm>
              <a:off x="1838527" y="1108953"/>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A</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84A92B3D-6EAE-7BA4-5248-D598936F6E16}"/>
                </a:ext>
              </a:extLst>
            </p:cNvPr>
            <p:cNvSpPr/>
            <p:nvPr/>
          </p:nvSpPr>
          <p:spPr>
            <a:xfrm>
              <a:off x="2937752" y="1108953"/>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B</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Rectangle 14">
              <a:extLst>
                <a:ext uri="{FF2B5EF4-FFF2-40B4-BE49-F238E27FC236}">
                  <a16:creationId xmlns:a16="http://schemas.microsoft.com/office/drawing/2014/main" id="{A2ADC1A1-A9D2-7C66-C2E6-2D5A7483DAAE}"/>
                </a:ext>
              </a:extLst>
            </p:cNvPr>
            <p:cNvSpPr/>
            <p:nvPr/>
          </p:nvSpPr>
          <p:spPr>
            <a:xfrm>
              <a:off x="4036977" y="1108953"/>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C</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Rectangle 15">
              <a:extLst>
                <a:ext uri="{FF2B5EF4-FFF2-40B4-BE49-F238E27FC236}">
                  <a16:creationId xmlns:a16="http://schemas.microsoft.com/office/drawing/2014/main" id="{9CC08AF9-B9FC-A211-6620-D2FE0A0AE7A2}"/>
                </a:ext>
              </a:extLst>
            </p:cNvPr>
            <p:cNvSpPr/>
            <p:nvPr/>
          </p:nvSpPr>
          <p:spPr>
            <a:xfrm>
              <a:off x="5136202" y="1108952"/>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D</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D4AA4A41-90FC-3EE2-97BD-5F916CE0E796}"/>
                </a:ext>
              </a:extLst>
            </p:cNvPr>
            <p:cNvSpPr/>
            <p:nvPr/>
          </p:nvSpPr>
          <p:spPr>
            <a:xfrm>
              <a:off x="6235427" y="1108952"/>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E</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1A7923E1-55D1-0399-3CFF-9B6746C0866F}"/>
                </a:ext>
              </a:extLst>
            </p:cNvPr>
            <p:cNvSpPr/>
            <p:nvPr/>
          </p:nvSpPr>
          <p:spPr>
            <a:xfrm>
              <a:off x="7334652" y="1108952"/>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F</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3FDFE048-F235-30D5-45B0-6B19D1483F3C}"/>
                </a:ext>
              </a:extLst>
            </p:cNvPr>
            <p:cNvSpPr/>
            <p:nvPr/>
          </p:nvSpPr>
          <p:spPr>
            <a:xfrm>
              <a:off x="8433877" y="1108951"/>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G</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C2309258-7473-DD4C-F2D2-D87FC18891E8}"/>
                </a:ext>
              </a:extLst>
            </p:cNvPr>
            <p:cNvSpPr/>
            <p:nvPr/>
          </p:nvSpPr>
          <p:spPr>
            <a:xfrm>
              <a:off x="9533102" y="1108951"/>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H</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AC308B85-E857-481F-5FD5-F698B0C21F69}"/>
                </a:ext>
              </a:extLst>
            </p:cNvPr>
            <p:cNvSpPr/>
            <p:nvPr/>
          </p:nvSpPr>
          <p:spPr>
            <a:xfrm>
              <a:off x="10632327" y="1108951"/>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I</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8" name="Group 7">
            <a:extLst>
              <a:ext uri="{FF2B5EF4-FFF2-40B4-BE49-F238E27FC236}">
                <a16:creationId xmlns:a16="http://schemas.microsoft.com/office/drawing/2014/main" id="{89E26419-7A97-CADB-03C1-8C19F8228B6E}"/>
              </a:ext>
            </a:extLst>
          </p:cNvPr>
          <p:cNvGrpSpPr/>
          <p:nvPr/>
        </p:nvGrpSpPr>
        <p:grpSpPr>
          <a:xfrm>
            <a:off x="8647889" y="2405977"/>
            <a:ext cx="7840494" cy="759314"/>
            <a:chOff x="1838527" y="1108951"/>
            <a:chExt cx="9893025" cy="933857"/>
          </a:xfrm>
        </p:grpSpPr>
        <p:sp>
          <p:nvSpPr>
            <p:cNvPr id="9" name="Rectangle 8">
              <a:extLst>
                <a:ext uri="{FF2B5EF4-FFF2-40B4-BE49-F238E27FC236}">
                  <a16:creationId xmlns:a16="http://schemas.microsoft.com/office/drawing/2014/main" id="{3D7619BA-B89A-EC31-A498-60566EF9FC2E}"/>
                </a:ext>
              </a:extLst>
            </p:cNvPr>
            <p:cNvSpPr/>
            <p:nvPr/>
          </p:nvSpPr>
          <p:spPr>
            <a:xfrm>
              <a:off x="1838527" y="1108953"/>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J</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FD081831-CB99-8F4F-9FF4-5A8307F78273}"/>
                </a:ext>
              </a:extLst>
            </p:cNvPr>
            <p:cNvSpPr/>
            <p:nvPr/>
          </p:nvSpPr>
          <p:spPr>
            <a:xfrm>
              <a:off x="2937752" y="1108953"/>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03AB0127-C0DD-F134-B23C-D257F02A2B59}"/>
                </a:ext>
              </a:extLst>
            </p:cNvPr>
            <p:cNvSpPr/>
            <p:nvPr/>
          </p:nvSpPr>
          <p:spPr>
            <a:xfrm>
              <a:off x="4036977" y="1108953"/>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L</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230A31-C466-5A58-EEA7-DCB26CAB56AB}"/>
                </a:ext>
              </a:extLst>
            </p:cNvPr>
            <p:cNvSpPr/>
            <p:nvPr/>
          </p:nvSpPr>
          <p:spPr>
            <a:xfrm>
              <a:off x="5136202" y="1108952"/>
              <a:ext cx="1099225" cy="933855"/>
            </a:xfrm>
            <a:prstGeom prst="rect">
              <a:avLst/>
            </a:prstGeom>
            <a:solidFill>
              <a:schemeClr val="accent3">
                <a:lumMod val="50000"/>
              </a:schemeClr>
            </a:solid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M</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A14F1D09-2D2C-8B79-59BD-66E254BC40CD}"/>
                </a:ext>
              </a:extLst>
            </p:cNvPr>
            <p:cNvSpPr/>
            <p:nvPr/>
          </p:nvSpPr>
          <p:spPr>
            <a:xfrm>
              <a:off x="6235427" y="1108952"/>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N</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9826D700-7136-E871-8AA0-4133B9054861}"/>
                </a:ext>
              </a:extLst>
            </p:cNvPr>
            <p:cNvSpPr/>
            <p:nvPr/>
          </p:nvSpPr>
          <p:spPr>
            <a:xfrm>
              <a:off x="7334652" y="1108952"/>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O</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7E9780BB-371F-BD15-6B2A-7EB3B0A9D725}"/>
                </a:ext>
              </a:extLst>
            </p:cNvPr>
            <p:cNvSpPr/>
            <p:nvPr/>
          </p:nvSpPr>
          <p:spPr>
            <a:xfrm>
              <a:off x="8433877" y="1108951"/>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P</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3" name="Rectangle 32">
              <a:extLst>
                <a:ext uri="{FF2B5EF4-FFF2-40B4-BE49-F238E27FC236}">
                  <a16:creationId xmlns:a16="http://schemas.microsoft.com/office/drawing/2014/main" id="{F0275656-5462-CCE8-0037-5EFB298A5851}"/>
                </a:ext>
              </a:extLst>
            </p:cNvPr>
            <p:cNvSpPr/>
            <p:nvPr/>
          </p:nvSpPr>
          <p:spPr>
            <a:xfrm>
              <a:off x="9533102" y="1108951"/>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Q</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4" name="Rectangle 33">
              <a:extLst>
                <a:ext uri="{FF2B5EF4-FFF2-40B4-BE49-F238E27FC236}">
                  <a16:creationId xmlns:a16="http://schemas.microsoft.com/office/drawing/2014/main" id="{3380C982-276F-1F6A-209C-62C2FF5FCB80}"/>
                </a:ext>
              </a:extLst>
            </p:cNvPr>
            <p:cNvSpPr/>
            <p:nvPr/>
          </p:nvSpPr>
          <p:spPr>
            <a:xfrm>
              <a:off x="10632327" y="1108951"/>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panose="020F0502020204030204"/>
                  <a:ea typeface="+mn-ea"/>
                  <a:cs typeface="+mn-cs"/>
                </a:rPr>
                <a:t>R</a:t>
              </a:r>
              <a:endParaRPr kumimoji="0" lang="en-GB" sz="4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
        <p:nvSpPr>
          <p:cNvPr id="46" name="Left Brace 45">
            <a:extLst>
              <a:ext uri="{FF2B5EF4-FFF2-40B4-BE49-F238E27FC236}">
                <a16:creationId xmlns:a16="http://schemas.microsoft.com/office/drawing/2014/main" id="{2A2AC635-FE44-3D7A-4FAB-6CC767003B73}"/>
              </a:ext>
            </a:extLst>
          </p:cNvPr>
          <p:cNvSpPr/>
          <p:nvPr/>
        </p:nvSpPr>
        <p:spPr>
          <a:xfrm rot="5400000">
            <a:off x="1816907" y="674367"/>
            <a:ext cx="594473" cy="2613498"/>
          </a:xfrm>
          <a:prstGeom prst="leftBrace">
            <a:avLst>
              <a:gd name="adj1" fmla="val 32899"/>
              <a:gd name="adj2" fmla="val 50000"/>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Left Brace 46">
            <a:extLst>
              <a:ext uri="{FF2B5EF4-FFF2-40B4-BE49-F238E27FC236}">
                <a16:creationId xmlns:a16="http://schemas.microsoft.com/office/drawing/2014/main" id="{5D9B266E-F0ED-016D-6A31-E42AAE95F0E3}"/>
              </a:ext>
            </a:extLst>
          </p:cNvPr>
          <p:cNvSpPr/>
          <p:nvPr/>
        </p:nvSpPr>
        <p:spPr>
          <a:xfrm rot="5400000">
            <a:off x="4430406" y="674365"/>
            <a:ext cx="594473" cy="2613498"/>
          </a:xfrm>
          <a:prstGeom prst="leftBrace">
            <a:avLst>
              <a:gd name="adj1" fmla="val 32899"/>
              <a:gd name="adj2" fmla="val 50000"/>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Left Brace 47">
            <a:extLst>
              <a:ext uri="{FF2B5EF4-FFF2-40B4-BE49-F238E27FC236}">
                <a16:creationId xmlns:a16="http://schemas.microsoft.com/office/drawing/2014/main" id="{A6D15E27-5892-0DB4-DCEA-181D9127840D}"/>
              </a:ext>
            </a:extLst>
          </p:cNvPr>
          <p:cNvSpPr/>
          <p:nvPr/>
        </p:nvSpPr>
        <p:spPr>
          <a:xfrm rot="5400000">
            <a:off x="7043903" y="674363"/>
            <a:ext cx="594473" cy="2613498"/>
          </a:xfrm>
          <a:prstGeom prst="leftBrace">
            <a:avLst>
              <a:gd name="adj1" fmla="val 32899"/>
              <a:gd name="adj2" fmla="val 50000"/>
            </a:avLst>
          </a:prstGeom>
          <a:ln w="57150">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9" name="Left Brace 48">
            <a:extLst>
              <a:ext uri="{FF2B5EF4-FFF2-40B4-BE49-F238E27FC236}">
                <a16:creationId xmlns:a16="http://schemas.microsoft.com/office/drawing/2014/main" id="{433E7557-E682-3529-89CE-A02815072FC2}"/>
              </a:ext>
            </a:extLst>
          </p:cNvPr>
          <p:cNvSpPr/>
          <p:nvPr/>
        </p:nvSpPr>
        <p:spPr>
          <a:xfrm rot="5400000" flipH="1">
            <a:off x="4439862" y="19831"/>
            <a:ext cx="594472" cy="7821581"/>
          </a:xfrm>
          <a:prstGeom prst="leftBrace">
            <a:avLst>
              <a:gd name="adj1" fmla="val 32899"/>
              <a:gd name="adj2" fmla="val 29479"/>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Left Brace 49">
            <a:extLst>
              <a:ext uri="{FF2B5EF4-FFF2-40B4-BE49-F238E27FC236}">
                <a16:creationId xmlns:a16="http://schemas.microsoft.com/office/drawing/2014/main" id="{9C0C8974-B220-AD2C-069C-2B46B4A2825F}"/>
              </a:ext>
            </a:extLst>
          </p:cNvPr>
          <p:cNvSpPr/>
          <p:nvPr/>
        </p:nvSpPr>
        <p:spPr>
          <a:xfrm rot="5400000" flipH="1">
            <a:off x="12261444" y="19830"/>
            <a:ext cx="594472" cy="7821581"/>
          </a:xfrm>
          <a:prstGeom prst="leftBrace">
            <a:avLst>
              <a:gd name="adj1" fmla="val 32899"/>
              <a:gd name="adj2" fmla="val 50000"/>
            </a:avLst>
          </a:prstGeom>
          <a:ln w="57150"/>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Left Brace 50">
            <a:extLst>
              <a:ext uri="{FF2B5EF4-FFF2-40B4-BE49-F238E27FC236}">
                <a16:creationId xmlns:a16="http://schemas.microsoft.com/office/drawing/2014/main" id="{DAF8C26F-4F6E-C6DF-3404-335EEC3AFBDB}"/>
              </a:ext>
            </a:extLst>
          </p:cNvPr>
          <p:cNvSpPr/>
          <p:nvPr/>
        </p:nvSpPr>
        <p:spPr>
          <a:xfrm rot="5400000">
            <a:off x="9657403" y="674360"/>
            <a:ext cx="594473" cy="2613498"/>
          </a:xfrm>
          <a:prstGeom prst="leftBrace">
            <a:avLst>
              <a:gd name="adj1" fmla="val 32899"/>
              <a:gd name="adj2" fmla="val 50000"/>
            </a:avLst>
          </a:prstGeom>
          <a:ln w="57150">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Left Brace 51">
            <a:extLst>
              <a:ext uri="{FF2B5EF4-FFF2-40B4-BE49-F238E27FC236}">
                <a16:creationId xmlns:a16="http://schemas.microsoft.com/office/drawing/2014/main" id="{30C2BCFD-2577-0A9B-5AA2-28124A0AEEB5}"/>
              </a:ext>
            </a:extLst>
          </p:cNvPr>
          <p:cNvSpPr/>
          <p:nvPr/>
        </p:nvSpPr>
        <p:spPr>
          <a:xfrm rot="5400000">
            <a:off x="12261444" y="674356"/>
            <a:ext cx="594473" cy="2613498"/>
          </a:xfrm>
          <a:prstGeom prst="leftBrace">
            <a:avLst>
              <a:gd name="adj1" fmla="val 32899"/>
              <a:gd name="adj2" fmla="val 50000"/>
            </a:avLst>
          </a:prstGeom>
          <a:ln w="57150">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Left Brace 52">
            <a:extLst>
              <a:ext uri="{FF2B5EF4-FFF2-40B4-BE49-F238E27FC236}">
                <a16:creationId xmlns:a16="http://schemas.microsoft.com/office/drawing/2014/main" id="{C8279FAD-A2D1-E892-093B-3F32C8B13983}"/>
              </a:ext>
            </a:extLst>
          </p:cNvPr>
          <p:cNvSpPr/>
          <p:nvPr/>
        </p:nvSpPr>
        <p:spPr>
          <a:xfrm rot="5400000">
            <a:off x="14865486" y="674351"/>
            <a:ext cx="594473" cy="2613498"/>
          </a:xfrm>
          <a:prstGeom prst="leftBrace">
            <a:avLst>
              <a:gd name="adj1" fmla="val 32899"/>
              <a:gd name="adj2" fmla="val 50000"/>
            </a:avLst>
          </a:prstGeom>
          <a:ln w="57150">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4759D7AE-C9B2-A001-14A1-AB9631ACDE34}"/>
                  </a:ext>
                </a:extLst>
              </p:cNvPr>
              <p:cNvSpPr txBox="1"/>
              <p:nvPr/>
            </p:nvSpPr>
            <p:spPr>
              <a:xfrm>
                <a:off x="11036391" y="5931671"/>
                <a:ext cx="4332310" cy="927626"/>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f>
                      <m:fPr>
                        <m:ctrlP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𝑘</m:t>
                        </m:r>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𝑗</m:t>
                        </m:r>
                      </m:num>
                      <m:den>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𝑛</m:t>
                        </m:r>
                      </m:den>
                    </m:f>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f>
                      <m:fPr>
                        <m:ctrlP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m:t>
                        </m:r>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0</m:t>
                        </m:r>
                      </m:num>
                      <m:den>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m:t>
                        </m:r>
                      </m:den>
                    </m:f>
                  </m:oMath>
                </a14:m>
                <a:r>
                  <a:rPr kumimoji="0" lang="en-GB" sz="36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 </a:t>
                </a:r>
                <a14:m>
                  <m:oMath xmlns:m="http://schemas.openxmlformats.org/officeDocument/2006/math">
                    <m:f>
                      <m:fPr>
                        <m:ctrlPr>
                          <a:rPr kumimoji="0" lang="en-GB" sz="3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fPr>
                      <m:num>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m:t>
                        </m:r>
                      </m:num>
                      <m:den>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m:t>
                        </m:r>
                      </m:den>
                    </m:f>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oMath>
                </a14:m>
                <a:endParaRPr kumimoji="0" lang="en-GB" sz="36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p:txBody>
          </p:sp>
        </mc:Choice>
        <mc:Fallback xmlns="">
          <p:sp>
            <p:nvSpPr>
              <p:cNvPr id="57" name="TextBox 56">
                <a:extLst>
                  <a:ext uri="{FF2B5EF4-FFF2-40B4-BE49-F238E27FC236}">
                    <a16:creationId xmlns:a16="http://schemas.microsoft.com/office/drawing/2014/main" id="{EF31BD92-2C2A-EFF2-D1E0-2A8D622E4EE7}"/>
                  </a:ext>
                </a:extLst>
              </p:cNvPr>
              <p:cNvSpPr txBox="1">
                <a:spLocks noRot="1" noChangeAspect="1" noMove="1" noResize="1" noEditPoints="1" noAdjustHandles="1" noChangeArrowheads="1" noChangeShapeType="1" noTextEdit="1"/>
              </p:cNvSpPr>
              <p:nvPr/>
            </p:nvSpPr>
            <p:spPr>
              <a:xfrm>
                <a:off x="11036391" y="5931671"/>
                <a:ext cx="4332310" cy="927626"/>
              </a:xfrm>
              <a:prstGeom prst="rect">
                <a:avLst/>
              </a:prstGeom>
              <a:blipFill>
                <a:blip r:embed="rId3"/>
                <a:stretch>
                  <a:fillRect b="-723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80E96F3E-E799-83BA-5D90-092E0D6EEC1E}"/>
                  </a:ext>
                </a:extLst>
              </p:cNvPr>
              <p:cNvSpPr txBox="1"/>
              <p:nvPr/>
            </p:nvSpPr>
            <p:spPr>
              <a:xfrm>
                <a:off x="801185" y="257174"/>
                <a:ext cx="13105319" cy="523220"/>
              </a:xfrm>
              <a:prstGeom prst="rect">
                <a:avLst/>
              </a:prstGeom>
              <a:noFill/>
            </p:spPr>
            <p:txBody>
              <a:bodyPr wrap="square">
                <a:spAutoFit/>
              </a:bodyPr>
              <a:lstStyle>
                <a:defPPr>
                  <a:defRPr lang="en-US"/>
                </a:defPPr>
                <a:lvl1pPr>
                  <a:defRPr sz="3600" i="1">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𝑘</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𝑣</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m:rPr>
                        <m:sty m:val="p"/>
                      </m:rP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mod</m:t>
                    </m:r>
                    <m:r>
                      <a:rPr kumimoji="0" lang="en-GB"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d>
                      <m:dPr>
                        <m:ctrlPr>
                          <a:rPr kumimoji="0" lang="en-GB"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GB"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𝑚</m:t>
                        </m:r>
                        <m:r>
                          <a:rPr kumimoji="0" lang="en-GB"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𝑛</m:t>
                        </m:r>
                      </m:e>
                    </m:d>
                  </m:oMath>
                </a14:m>
                <a:r>
                  <a:rPr kumimoji="0" lang="en-GB" sz="2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a:t>
                </a: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 </a:t>
                </a:r>
                <a14:m>
                  <m:oMath xmlns:m="http://schemas.openxmlformats.org/officeDocument/2006/math">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12</m:t>
                    </m:r>
                    <m:r>
                      <a:rPr kumimoji="0" lang="en-GB"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m:rPr>
                        <m:sty m:val="p"/>
                      </m:rPr>
                      <a:rPr kumimoji="0" lang="en-GB"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mod</m:t>
                    </m:r>
                    <m:r>
                      <a:rPr kumimoji="0" lang="en-GB"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d>
                      <m:dPr>
                        <m:ctrlPr>
                          <a:rPr kumimoji="0" lang="en-GB"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dPr>
                      <m:e>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r>
                          <a:rPr kumimoji="0" lang="en-GB"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e>
                    </m:d>
                  </m:oMath>
                </a14:m>
                <a:r>
                  <a:rPr kumimoji="0" lang="en-GB" sz="2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a:t>
                </a:r>
                <a:r>
                  <a:rPr kumimoji="0" lang="en-GB" sz="2800" b="0" i="0" u="none" strike="noStrike" kern="1200" cap="none" spc="0" normalizeH="0" baseline="0" noProof="0" dirty="0">
                    <a:ln>
                      <a:noFill/>
                    </a:ln>
                    <a:solidFill>
                      <a:prstClr val="black"/>
                    </a:solidFill>
                    <a:effectLst/>
                    <a:uLnTx/>
                    <a:uFillTx/>
                    <a:latin typeface="Calibri" panose="020F0502020204030204"/>
                    <a:ea typeface="+mn-ea"/>
                    <a:cs typeface="+mn-cs"/>
                  </a:rPr>
                  <a:t> </a:t>
                </a:r>
                <a14:m>
                  <m:oMath xmlns:m="http://schemas.openxmlformats.org/officeDocument/2006/math">
                    <m:r>
                      <a:rPr kumimoji="0" lang="en-US" sz="28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12</m:t>
                    </m:r>
                    <m:r>
                      <a:rPr kumimoji="0" lang="en-GB"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m:rPr>
                        <m:sty m:val="p"/>
                      </m:rPr>
                      <a:rPr kumimoji="0" lang="en-GB"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mod</m:t>
                    </m:r>
                    <m:r>
                      <a:rPr kumimoji="0" lang="en-GB"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a:rPr kumimoji="0" lang="en-GB"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9</m:t>
                    </m:r>
                    <m:r>
                      <a:rPr kumimoji="0" lang="en-GB"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28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m:t>
                    </m:r>
                  </m:oMath>
                </a14:m>
                <a:endParaRPr kumimoji="0" lang="en-GB" sz="28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p:txBody>
          </p:sp>
        </mc:Choice>
        <mc:Fallback xmlns="">
          <p:sp>
            <p:nvSpPr>
              <p:cNvPr id="59" name="TextBox 58">
                <a:extLst>
                  <a:ext uri="{FF2B5EF4-FFF2-40B4-BE49-F238E27FC236}">
                    <a16:creationId xmlns:a16="http://schemas.microsoft.com/office/drawing/2014/main" id="{65A3B3B1-A362-3314-BAA1-05507C4AF585}"/>
                  </a:ext>
                </a:extLst>
              </p:cNvPr>
              <p:cNvSpPr txBox="1">
                <a:spLocks noRot="1" noChangeAspect="1" noMove="1" noResize="1" noEditPoints="1" noAdjustHandles="1" noChangeArrowheads="1" noChangeShapeType="1" noTextEdit="1"/>
              </p:cNvSpPr>
              <p:nvPr/>
            </p:nvSpPr>
            <p:spPr>
              <a:xfrm>
                <a:off x="801185" y="257174"/>
                <a:ext cx="13105319" cy="523220"/>
              </a:xfrm>
              <a:prstGeom prst="rect">
                <a:avLst/>
              </a:prstGeom>
              <a:blipFill>
                <a:blip r:embed="rId4"/>
                <a:stretch>
                  <a:fillRect t="-13953" b="-2907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3" name="TextBox 62">
                <a:extLst>
                  <a:ext uri="{FF2B5EF4-FFF2-40B4-BE49-F238E27FC236}">
                    <a16:creationId xmlns:a16="http://schemas.microsoft.com/office/drawing/2014/main" id="{0FD99AC7-0272-52CA-D263-07FD5CA99A02}"/>
                  </a:ext>
                </a:extLst>
              </p:cNvPr>
              <p:cNvSpPr txBox="1"/>
              <p:nvPr/>
            </p:nvSpPr>
            <p:spPr>
              <a:xfrm>
                <a:off x="11039765" y="7244585"/>
                <a:ext cx="5829031" cy="584775"/>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GB" sz="3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𝑗</m:t>
                    </m:r>
                    <m:r>
                      <a:rPr kumimoji="0" lang="en-GB" sz="3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3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𝑣</m:t>
                    </m:r>
                    <m:r>
                      <a:rPr kumimoji="0" lang="en-GB" sz="3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m:rPr>
                        <m:sty m:val="p"/>
                      </m:rPr>
                      <a:rPr kumimoji="0" lang="en-GB" sz="3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mod</m:t>
                    </m:r>
                    <m:r>
                      <a:rPr kumimoji="0" lang="en-GB" sz="3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a:rPr kumimoji="0" lang="en-GB" sz="3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𝑛</m:t>
                    </m:r>
                  </m:oMath>
                </a14:m>
                <a:r>
                  <a:rPr kumimoji="0" lang="en-GB" sz="3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 </a:t>
                </a:r>
                <a14:m>
                  <m:oMath xmlns:m="http://schemas.openxmlformats.org/officeDocument/2006/math">
                    <m:r>
                      <a:rPr kumimoji="0" lang="en-GB" sz="3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oMath>
                </a14:m>
                <a:r>
                  <a:rPr kumimoji="0" lang="en-GB" sz="3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 </a:t>
                </a:r>
                <a14:m>
                  <m:oMath xmlns:m="http://schemas.openxmlformats.org/officeDocument/2006/math">
                    <m:r>
                      <a:rPr kumimoji="0" lang="en-US" sz="3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12</m:t>
                    </m:r>
                    <m:r>
                      <a:rPr kumimoji="0" lang="en-GB" sz="3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m:rPr>
                        <m:sty m:val="p"/>
                      </m:rPr>
                      <a:rPr kumimoji="0" lang="en-GB" sz="3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mod</m:t>
                    </m:r>
                    <m:r>
                      <a:rPr kumimoji="0" lang="en-GB" sz="3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a:rPr kumimoji="0" lang="en-GB" sz="3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m:t>
                    </m:r>
                    <m:r>
                      <a:rPr kumimoji="0" lang="en-GB" sz="3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32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0</m:t>
                    </m:r>
                  </m:oMath>
                </a14:m>
                <a:endParaRPr kumimoji="0" lang="en-GB" sz="3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p:txBody>
          </p:sp>
        </mc:Choice>
        <mc:Fallback xmlns="">
          <p:sp>
            <p:nvSpPr>
              <p:cNvPr id="63" name="TextBox 62">
                <a:extLst>
                  <a:ext uri="{FF2B5EF4-FFF2-40B4-BE49-F238E27FC236}">
                    <a16:creationId xmlns:a16="http://schemas.microsoft.com/office/drawing/2014/main" id="{9074DDE1-B06F-8467-2300-573513AB2B0D}"/>
                  </a:ext>
                </a:extLst>
              </p:cNvPr>
              <p:cNvSpPr txBox="1">
                <a:spLocks noRot="1" noChangeAspect="1" noMove="1" noResize="1" noEditPoints="1" noAdjustHandles="1" noChangeArrowheads="1" noChangeShapeType="1" noTextEdit="1"/>
              </p:cNvSpPr>
              <p:nvPr/>
            </p:nvSpPr>
            <p:spPr>
              <a:xfrm>
                <a:off x="11039765" y="7244585"/>
                <a:ext cx="5829031" cy="584775"/>
              </a:xfrm>
              <a:prstGeom prst="rect">
                <a:avLst/>
              </a:prstGeom>
              <a:blipFill>
                <a:blip r:embed="rId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2EFE496-8EAA-4911-EA2F-ABC9E59139FB}"/>
                  </a:ext>
                </a:extLst>
              </p:cNvPr>
              <p:cNvSpPr txBox="1"/>
              <p:nvPr/>
            </p:nvSpPr>
            <p:spPr>
              <a:xfrm>
                <a:off x="10921674" y="8267276"/>
                <a:ext cx="5011093" cy="890244"/>
              </a:xfrm>
              <a:prstGeom prst="rect">
                <a:avLst/>
              </a:prstGeom>
              <a:noFill/>
            </p:spPr>
            <p:txBody>
              <a:bodyPr wrap="square">
                <a:spAutoFit/>
              </a:bodyPr>
              <a:lstStyle>
                <a:defPPr>
                  <a:defRPr lang="en-US"/>
                </a:defPPr>
                <a:lvl1pPr>
                  <a:defRPr sz="3600" i="1">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GB" sz="3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𝑑</m:t>
                    </m:r>
                    <m:r>
                      <a:rPr kumimoji="0" lang="en-GB" sz="3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f>
                      <m:fPr>
                        <m:ctrlP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𝑣</m:t>
                        </m:r>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𝑘</m:t>
                        </m:r>
                      </m:num>
                      <m:den>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𝑚</m:t>
                        </m:r>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𝑛</m:t>
                        </m:r>
                      </m:den>
                    </m:f>
                    <m:r>
                      <a:rPr kumimoji="0" lang="en-US" sz="3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a14:m>
                <a:r>
                  <a:rPr kumimoji="0" lang="en-GB" sz="3600" b="0" i="0" u="none" strike="noStrike" kern="1200" cap="none" spc="0" normalizeH="0" baseline="0" noProof="0" dirty="0">
                    <a:ln>
                      <a:noFill/>
                    </a:ln>
                    <a:solidFill>
                      <a:prstClr val="black"/>
                    </a:solidFill>
                    <a:effectLst/>
                    <a:uLnTx/>
                    <a:uFillTx/>
                    <a:latin typeface="Calibri" panose="020F0502020204030204"/>
                    <a:ea typeface="+mn-ea"/>
                    <a:cs typeface="+mn-cs"/>
                  </a:rPr>
                  <a:t> </a:t>
                </a:r>
                <a14:m>
                  <m:oMath xmlns:m="http://schemas.openxmlformats.org/officeDocument/2006/math">
                    <m:f>
                      <m:fPr>
                        <m:ctrlP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r>
                          <a:rPr kumimoji="0" lang="en-US" sz="3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2</m:t>
                        </m:r>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3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num>
                      <m:den>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m:t>
                        </m:r>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3</m:t>
                        </m:r>
                      </m:den>
                    </m:f>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f>
                      <m:fPr>
                        <m:ctrlP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ctrlPr>
                      </m:fPr>
                      <m:num>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9</m:t>
                        </m:r>
                      </m:num>
                      <m:den>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9</m:t>
                        </m:r>
                      </m:den>
                    </m:f>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m:t>
                    </m:r>
                    <m:r>
                      <a:rPr kumimoji="0" lang="en-US"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1</m:t>
                    </m:r>
                  </m:oMath>
                </a14:m>
                <a:endParaRPr kumimoji="0" lang="en-GB" sz="36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p:txBody>
          </p:sp>
        </mc:Choice>
        <mc:Fallback xmlns="">
          <p:sp>
            <p:nvSpPr>
              <p:cNvPr id="6" name="TextBox 5">
                <a:extLst>
                  <a:ext uri="{FF2B5EF4-FFF2-40B4-BE49-F238E27FC236}">
                    <a16:creationId xmlns:a16="http://schemas.microsoft.com/office/drawing/2014/main" id="{7F9554C9-CFB3-FA32-91FC-4B60C156CB51}"/>
                  </a:ext>
                </a:extLst>
              </p:cNvPr>
              <p:cNvSpPr txBox="1">
                <a:spLocks noRot="1" noChangeAspect="1" noMove="1" noResize="1" noEditPoints="1" noAdjustHandles="1" noChangeArrowheads="1" noChangeShapeType="1" noTextEdit="1"/>
              </p:cNvSpPr>
              <p:nvPr/>
            </p:nvSpPr>
            <p:spPr>
              <a:xfrm>
                <a:off x="10921674" y="8267276"/>
                <a:ext cx="5011093" cy="890244"/>
              </a:xfrm>
              <a:prstGeom prst="rect">
                <a:avLst/>
              </a:prstGeom>
              <a:blipFill>
                <a:blip r:embed="rId6"/>
                <a:stretch>
                  <a:fillRect/>
                </a:stretch>
              </a:blipFill>
            </p:spPr>
            <p:txBody>
              <a:bodyPr/>
              <a:lstStyle/>
              <a:p>
                <a:r>
                  <a:rPr lang="en-GB">
                    <a:noFill/>
                  </a:rPr>
                  <a:t> </a:t>
                </a:r>
              </a:p>
            </p:txBody>
          </p:sp>
        </mc:Fallback>
      </mc:AlternateContent>
      <p:sp>
        <p:nvSpPr>
          <p:cNvPr id="54" name="TextBox 53">
            <a:extLst>
              <a:ext uri="{FF2B5EF4-FFF2-40B4-BE49-F238E27FC236}">
                <a16:creationId xmlns:a16="http://schemas.microsoft.com/office/drawing/2014/main" id="{671A1EE6-70B8-0E6A-0A2D-8E22F87B70DF}"/>
              </a:ext>
            </a:extLst>
          </p:cNvPr>
          <p:cNvSpPr txBox="1"/>
          <p:nvPr/>
        </p:nvSpPr>
        <p:spPr>
          <a:xfrm>
            <a:off x="5800929" y="4227857"/>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𝑑=0</a:t>
            </a:r>
          </a:p>
        </p:txBody>
      </p:sp>
      <p:sp>
        <p:nvSpPr>
          <p:cNvPr id="55" name="TextBox 54">
            <a:extLst>
              <a:ext uri="{FF2B5EF4-FFF2-40B4-BE49-F238E27FC236}">
                <a16:creationId xmlns:a16="http://schemas.microsoft.com/office/drawing/2014/main" id="{5395872D-D2F2-902B-98C2-999F161F9627}"/>
              </a:ext>
            </a:extLst>
          </p:cNvPr>
          <p:cNvSpPr txBox="1"/>
          <p:nvPr/>
        </p:nvSpPr>
        <p:spPr>
          <a:xfrm>
            <a:off x="11997986" y="4216542"/>
            <a:ext cx="1517515"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𝑑=1</a:t>
            </a:r>
          </a:p>
        </p:txBody>
      </p:sp>
      <p:sp>
        <p:nvSpPr>
          <p:cNvPr id="56" name="TextBox 55">
            <a:extLst>
              <a:ext uri="{FF2B5EF4-FFF2-40B4-BE49-F238E27FC236}">
                <a16:creationId xmlns:a16="http://schemas.microsoft.com/office/drawing/2014/main" id="{064227AD-73D6-83F7-BE54-B6F9A6E077DE}"/>
              </a:ext>
            </a:extLst>
          </p:cNvPr>
          <p:cNvSpPr txBox="1"/>
          <p:nvPr/>
        </p:nvSpPr>
        <p:spPr>
          <a:xfrm rot="3543802">
            <a:off x="885466" y="4216542"/>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j=0</a:t>
            </a:r>
          </a:p>
        </p:txBody>
      </p:sp>
      <p:sp>
        <p:nvSpPr>
          <p:cNvPr id="58" name="TextBox 57">
            <a:extLst>
              <a:ext uri="{FF2B5EF4-FFF2-40B4-BE49-F238E27FC236}">
                <a16:creationId xmlns:a16="http://schemas.microsoft.com/office/drawing/2014/main" id="{67C9052F-FB07-B1C5-CFF1-12BF828755BE}"/>
              </a:ext>
            </a:extLst>
          </p:cNvPr>
          <p:cNvSpPr txBox="1"/>
          <p:nvPr/>
        </p:nvSpPr>
        <p:spPr>
          <a:xfrm rot="3388478">
            <a:off x="1748211" y="4164683"/>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schemeClr val="tx1">
                    <a:lumMod val="75000"/>
                    <a:lumOff val="25000"/>
                  </a:schemeClr>
                </a:solidFill>
                <a:effectLst/>
                <a:uLnTx/>
                <a:uFillTx/>
                <a:latin typeface="Cambria Math" panose="02040503050406030204" pitchFamily="18" charset="0"/>
                <a:ea typeface="+mn-ea"/>
                <a:cs typeface="+mn-cs"/>
              </a:rPr>
              <a:t>j=1</a:t>
            </a:r>
          </a:p>
        </p:txBody>
      </p:sp>
      <p:sp>
        <p:nvSpPr>
          <p:cNvPr id="60" name="TextBox 59">
            <a:extLst>
              <a:ext uri="{FF2B5EF4-FFF2-40B4-BE49-F238E27FC236}">
                <a16:creationId xmlns:a16="http://schemas.microsoft.com/office/drawing/2014/main" id="{4E22F216-80E6-928C-ED92-A99FE919A6A7}"/>
              </a:ext>
            </a:extLst>
          </p:cNvPr>
          <p:cNvSpPr txBox="1"/>
          <p:nvPr/>
        </p:nvSpPr>
        <p:spPr>
          <a:xfrm rot="3153675">
            <a:off x="2647451" y="4197304"/>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schemeClr val="tx1">
                    <a:lumMod val="65000"/>
                    <a:lumOff val="35000"/>
                  </a:schemeClr>
                </a:solidFill>
                <a:effectLst/>
                <a:uLnTx/>
                <a:uFillTx/>
                <a:latin typeface="Cambria Math" panose="02040503050406030204" pitchFamily="18" charset="0"/>
                <a:ea typeface="+mn-ea"/>
                <a:cs typeface="+mn-cs"/>
              </a:rPr>
              <a:t>j=2</a:t>
            </a:r>
          </a:p>
        </p:txBody>
      </p:sp>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B4FA67BA-7951-3DD3-BEF9-87F114FAA0FF}"/>
                  </a:ext>
                </a:extLst>
              </p:cNvPr>
              <p:cNvSpPr txBox="1"/>
              <p:nvPr/>
            </p:nvSpPr>
            <p:spPr>
              <a:xfrm>
                <a:off x="1748211" y="1087739"/>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GB" sz="3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oMath>
                </a14:m>
                <a:r>
                  <a:rPr kumimoji="0" lang="en-GB" sz="3600" b="0" i="0"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=0</a:t>
                </a:r>
              </a:p>
            </p:txBody>
          </p:sp>
        </mc:Choice>
        <mc:Fallback xmlns="">
          <p:sp>
            <p:nvSpPr>
              <p:cNvPr id="61" name="TextBox 60">
                <a:extLst>
                  <a:ext uri="{FF2B5EF4-FFF2-40B4-BE49-F238E27FC236}">
                    <a16:creationId xmlns:a16="http://schemas.microsoft.com/office/drawing/2014/main" id="{57F63CCD-90DF-27C3-3F43-954DE8103E7C}"/>
                  </a:ext>
                </a:extLst>
              </p:cNvPr>
              <p:cNvSpPr txBox="1">
                <a:spLocks noRot="1" noChangeAspect="1" noMove="1" noResize="1" noEditPoints="1" noAdjustHandles="1" noChangeArrowheads="1" noChangeShapeType="1" noTextEdit="1"/>
              </p:cNvSpPr>
              <p:nvPr/>
            </p:nvSpPr>
            <p:spPr>
              <a:xfrm>
                <a:off x="1748211" y="1087739"/>
                <a:ext cx="1193264" cy="646331"/>
              </a:xfrm>
              <a:prstGeom prst="rect">
                <a:avLst/>
              </a:prstGeom>
              <a:blipFill>
                <a:blip r:embed="rId7"/>
                <a:stretch>
                  <a:fillRect l="-2551" t="-14151" b="-3490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45CDA9E0-CBA0-AE38-C601-2F297FC0CFE1}"/>
                  </a:ext>
                </a:extLst>
              </p:cNvPr>
              <p:cNvSpPr txBox="1"/>
              <p:nvPr/>
            </p:nvSpPr>
            <p:spPr>
              <a:xfrm>
                <a:off x="4361710" y="1087738"/>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GB" sz="3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oMath>
                </a14:m>
                <a:r>
                  <a:rPr kumimoji="0" lang="en-GB" sz="3600" b="0" i="0"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=1</a:t>
                </a:r>
              </a:p>
            </p:txBody>
          </p:sp>
        </mc:Choice>
        <mc:Fallback xmlns="">
          <p:sp>
            <p:nvSpPr>
              <p:cNvPr id="62" name="TextBox 61">
                <a:extLst>
                  <a:ext uri="{FF2B5EF4-FFF2-40B4-BE49-F238E27FC236}">
                    <a16:creationId xmlns:a16="http://schemas.microsoft.com/office/drawing/2014/main" id="{AA75AC58-1548-F9F6-3E2D-8F8DF85B7F64}"/>
                  </a:ext>
                </a:extLst>
              </p:cNvPr>
              <p:cNvSpPr txBox="1">
                <a:spLocks noRot="1" noChangeAspect="1" noMove="1" noResize="1" noEditPoints="1" noAdjustHandles="1" noChangeArrowheads="1" noChangeShapeType="1" noTextEdit="1"/>
              </p:cNvSpPr>
              <p:nvPr/>
            </p:nvSpPr>
            <p:spPr>
              <a:xfrm>
                <a:off x="4361710" y="1087738"/>
                <a:ext cx="1193264" cy="646331"/>
              </a:xfrm>
              <a:prstGeom prst="rect">
                <a:avLst/>
              </a:prstGeom>
              <a:blipFill>
                <a:blip r:embed="rId8"/>
                <a:stretch>
                  <a:fillRect l="-2564" t="-14151" b="-3490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4" name="TextBox 63">
                <a:extLst>
                  <a:ext uri="{FF2B5EF4-FFF2-40B4-BE49-F238E27FC236}">
                    <a16:creationId xmlns:a16="http://schemas.microsoft.com/office/drawing/2014/main" id="{CF56D415-0B53-E4D9-2A2B-6FFEB569C2EE}"/>
                  </a:ext>
                </a:extLst>
              </p:cNvPr>
              <p:cNvSpPr txBox="1"/>
              <p:nvPr/>
            </p:nvSpPr>
            <p:spPr>
              <a:xfrm>
                <a:off x="6905557" y="1087737"/>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GB" sz="3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oMath>
                </a14:m>
                <a:r>
                  <a:rPr kumimoji="0" lang="en-GB" sz="3600" b="0" i="0"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=2</a:t>
                </a:r>
              </a:p>
            </p:txBody>
          </p:sp>
        </mc:Choice>
        <mc:Fallback xmlns="">
          <p:sp>
            <p:nvSpPr>
              <p:cNvPr id="64" name="TextBox 63">
                <a:extLst>
                  <a:ext uri="{FF2B5EF4-FFF2-40B4-BE49-F238E27FC236}">
                    <a16:creationId xmlns:a16="http://schemas.microsoft.com/office/drawing/2014/main" id="{19551209-DEA5-4B4B-BD68-C92B79DF30A1}"/>
                  </a:ext>
                </a:extLst>
              </p:cNvPr>
              <p:cNvSpPr txBox="1">
                <a:spLocks noRot="1" noChangeAspect="1" noMove="1" noResize="1" noEditPoints="1" noAdjustHandles="1" noChangeArrowheads="1" noChangeShapeType="1" noTextEdit="1"/>
              </p:cNvSpPr>
              <p:nvPr/>
            </p:nvSpPr>
            <p:spPr>
              <a:xfrm>
                <a:off x="6905557" y="1087737"/>
                <a:ext cx="1193264" cy="646331"/>
              </a:xfrm>
              <a:prstGeom prst="rect">
                <a:avLst/>
              </a:prstGeom>
              <a:blipFill>
                <a:blip r:embed="rId9"/>
                <a:stretch>
                  <a:fillRect l="-2551" t="-14151" b="-3490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01FDD8E3-BDD3-3713-6504-FB2D12E2C162}"/>
                  </a:ext>
                </a:extLst>
              </p:cNvPr>
              <p:cNvSpPr txBox="1"/>
              <p:nvPr/>
            </p:nvSpPr>
            <p:spPr>
              <a:xfrm>
                <a:off x="9519054" y="1084133"/>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GB" sz="3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oMath>
                </a14:m>
                <a:r>
                  <a:rPr kumimoji="0" lang="en-GB" sz="3600" b="0" i="0"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=0</a:t>
                </a:r>
              </a:p>
            </p:txBody>
          </p:sp>
        </mc:Choice>
        <mc:Fallback xmlns="">
          <p:sp>
            <p:nvSpPr>
              <p:cNvPr id="65" name="TextBox 64">
                <a:extLst>
                  <a:ext uri="{FF2B5EF4-FFF2-40B4-BE49-F238E27FC236}">
                    <a16:creationId xmlns:a16="http://schemas.microsoft.com/office/drawing/2014/main" id="{5BF8EF11-EB43-CC53-128E-9EF4D0B2F568}"/>
                  </a:ext>
                </a:extLst>
              </p:cNvPr>
              <p:cNvSpPr txBox="1">
                <a:spLocks noRot="1" noChangeAspect="1" noMove="1" noResize="1" noEditPoints="1" noAdjustHandles="1" noChangeArrowheads="1" noChangeShapeType="1" noTextEdit="1"/>
              </p:cNvSpPr>
              <p:nvPr/>
            </p:nvSpPr>
            <p:spPr>
              <a:xfrm>
                <a:off x="9519054" y="1084133"/>
                <a:ext cx="1193264" cy="646331"/>
              </a:xfrm>
              <a:prstGeom prst="rect">
                <a:avLst/>
              </a:prstGeom>
              <a:blipFill>
                <a:blip r:embed="rId10"/>
                <a:stretch>
                  <a:fillRect l="-2564" t="-15094" b="-3490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9C59F516-9159-0A73-B48C-4134C3EAF801}"/>
                  </a:ext>
                </a:extLst>
              </p:cNvPr>
              <p:cNvSpPr txBox="1"/>
              <p:nvPr/>
            </p:nvSpPr>
            <p:spPr>
              <a:xfrm>
                <a:off x="12164930" y="1079829"/>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GB" sz="3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oMath>
                </a14:m>
                <a:r>
                  <a:rPr kumimoji="0" lang="en-GB" sz="3600" b="0" i="0"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=1</a:t>
                </a:r>
              </a:p>
            </p:txBody>
          </p:sp>
        </mc:Choice>
        <mc:Fallback xmlns="">
          <p:sp>
            <p:nvSpPr>
              <p:cNvPr id="66" name="TextBox 65">
                <a:extLst>
                  <a:ext uri="{FF2B5EF4-FFF2-40B4-BE49-F238E27FC236}">
                    <a16:creationId xmlns:a16="http://schemas.microsoft.com/office/drawing/2014/main" id="{F661EEFC-290F-9B8C-73E4-8D8D2028ECD9}"/>
                  </a:ext>
                </a:extLst>
              </p:cNvPr>
              <p:cNvSpPr txBox="1">
                <a:spLocks noRot="1" noChangeAspect="1" noMove="1" noResize="1" noEditPoints="1" noAdjustHandles="1" noChangeArrowheads="1" noChangeShapeType="1" noTextEdit="1"/>
              </p:cNvSpPr>
              <p:nvPr/>
            </p:nvSpPr>
            <p:spPr>
              <a:xfrm>
                <a:off x="12164930" y="1079829"/>
                <a:ext cx="1193264" cy="646331"/>
              </a:xfrm>
              <a:prstGeom prst="rect">
                <a:avLst/>
              </a:prstGeom>
              <a:blipFill>
                <a:blip r:embed="rId11"/>
                <a:stretch>
                  <a:fillRect l="-2564" t="-14151" b="-3490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0A6F101B-98BD-2484-8282-3B8C5EE1BA3B}"/>
                  </a:ext>
                </a:extLst>
              </p:cNvPr>
              <p:cNvSpPr txBox="1"/>
              <p:nvPr/>
            </p:nvSpPr>
            <p:spPr>
              <a:xfrm>
                <a:off x="14730866" y="1087736"/>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GB" sz="3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oMath>
                </a14:m>
                <a:r>
                  <a:rPr kumimoji="0" lang="en-GB" sz="3600" b="0" i="0"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=2</a:t>
                </a:r>
              </a:p>
            </p:txBody>
          </p:sp>
        </mc:Choice>
        <mc:Fallback xmlns="">
          <p:sp>
            <p:nvSpPr>
              <p:cNvPr id="67" name="TextBox 66">
                <a:extLst>
                  <a:ext uri="{FF2B5EF4-FFF2-40B4-BE49-F238E27FC236}">
                    <a16:creationId xmlns:a16="http://schemas.microsoft.com/office/drawing/2014/main" id="{D20DB78F-A5FF-5904-D603-A04AEDCA2F61}"/>
                  </a:ext>
                </a:extLst>
              </p:cNvPr>
              <p:cNvSpPr txBox="1">
                <a:spLocks noRot="1" noChangeAspect="1" noMove="1" noResize="1" noEditPoints="1" noAdjustHandles="1" noChangeArrowheads="1" noChangeShapeType="1" noTextEdit="1"/>
              </p:cNvSpPr>
              <p:nvPr/>
            </p:nvSpPr>
            <p:spPr>
              <a:xfrm>
                <a:off x="14730866" y="1087736"/>
                <a:ext cx="1193264" cy="646331"/>
              </a:xfrm>
              <a:prstGeom prst="rect">
                <a:avLst/>
              </a:prstGeom>
              <a:blipFill>
                <a:blip r:embed="rId12"/>
                <a:stretch>
                  <a:fillRect l="-2041" t="-14151" b="-3490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941463F8-A0E1-621E-A974-B1D328C80CB5}"/>
                  </a:ext>
                </a:extLst>
              </p:cNvPr>
              <p:cNvSpPr txBox="1"/>
              <p:nvPr/>
            </p:nvSpPr>
            <p:spPr>
              <a:xfrm>
                <a:off x="2716622" y="5831916"/>
                <a:ext cx="871166" cy="64633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3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𝑗</m:t>
                      </m:r>
                    </m:oMath>
                  </m:oMathPara>
                </a14:m>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69" name="TextBox 68">
                <a:extLst>
                  <a:ext uri="{FF2B5EF4-FFF2-40B4-BE49-F238E27FC236}">
                    <a16:creationId xmlns:a16="http://schemas.microsoft.com/office/drawing/2014/main" id="{52CB00B9-5D31-27D7-1C45-8477BAC8D934}"/>
                  </a:ext>
                </a:extLst>
              </p:cNvPr>
              <p:cNvSpPr txBox="1">
                <a:spLocks noRot="1" noChangeAspect="1" noMove="1" noResize="1" noEditPoints="1" noAdjustHandles="1" noChangeArrowheads="1" noChangeShapeType="1" noTextEdit="1"/>
              </p:cNvSpPr>
              <p:nvPr/>
            </p:nvSpPr>
            <p:spPr>
              <a:xfrm>
                <a:off x="2716622" y="5831916"/>
                <a:ext cx="871166" cy="646331"/>
              </a:xfrm>
              <a:prstGeom prst="rect">
                <a:avLst/>
              </a:prstGeom>
              <a:blipFill>
                <a:blip r:embed="rId1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71" name="TextBox 70">
                <a:extLst>
                  <a:ext uri="{FF2B5EF4-FFF2-40B4-BE49-F238E27FC236}">
                    <a16:creationId xmlns:a16="http://schemas.microsoft.com/office/drawing/2014/main" id="{3000670D-739A-B048-6632-846D148706CB}"/>
                  </a:ext>
                </a:extLst>
              </p:cNvPr>
              <p:cNvSpPr txBox="1"/>
              <p:nvPr/>
            </p:nvSpPr>
            <p:spPr>
              <a:xfrm>
                <a:off x="308864" y="8184102"/>
                <a:ext cx="719847" cy="646331"/>
              </a:xfrm>
              <a:prstGeom prst="rect">
                <a:avLst/>
              </a:prstGeom>
              <a:noFill/>
            </p:spPr>
            <p:txBody>
              <a:bodyPr wrap="square">
                <a:spAutoFit/>
              </a:bodyPr>
              <a:lstStyle>
                <a:defPPr>
                  <a:defRPr lang="en-US"/>
                </a:defPPr>
                <a:lvl1pPr>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oMath>
                  </m:oMathPara>
                </a14:m>
                <a:endParaRPr kumimoji="0" lang="en-GB" sz="36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p:txBody>
          </p:sp>
        </mc:Choice>
        <mc:Fallback xmlns="">
          <p:sp>
            <p:nvSpPr>
              <p:cNvPr id="71" name="TextBox 70">
                <a:extLst>
                  <a:ext uri="{FF2B5EF4-FFF2-40B4-BE49-F238E27FC236}">
                    <a16:creationId xmlns:a16="http://schemas.microsoft.com/office/drawing/2014/main" id="{D11CA6FB-DCE5-7EE0-D11E-C063D6F0B2D6}"/>
                  </a:ext>
                </a:extLst>
              </p:cNvPr>
              <p:cNvSpPr txBox="1">
                <a:spLocks noRot="1" noChangeAspect="1" noMove="1" noResize="1" noEditPoints="1" noAdjustHandles="1" noChangeArrowheads="1" noChangeShapeType="1" noTextEdit="1"/>
              </p:cNvSpPr>
              <p:nvPr/>
            </p:nvSpPr>
            <p:spPr>
              <a:xfrm>
                <a:off x="308864" y="8184102"/>
                <a:ext cx="719847" cy="646331"/>
              </a:xfrm>
              <a:prstGeom prst="rect">
                <a:avLst/>
              </a:prstGeom>
              <a:blipFill>
                <a:blip r:embed="rId14"/>
                <a:stretch>
                  <a:fillRect/>
                </a:stretch>
              </a:blipFill>
            </p:spPr>
            <p:txBody>
              <a:bodyPr/>
              <a:lstStyle/>
              <a:p>
                <a:r>
                  <a:rPr lang="en-GB">
                    <a:noFill/>
                  </a:rPr>
                  <a:t> </a:t>
                </a:r>
              </a:p>
            </p:txBody>
          </p:sp>
        </mc:Fallback>
      </mc:AlternateContent>
      <p:sp>
        <p:nvSpPr>
          <p:cNvPr id="2" name="TextBox 1">
            <a:extLst>
              <a:ext uri="{FF2B5EF4-FFF2-40B4-BE49-F238E27FC236}">
                <a16:creationId xmlns:a16="http://schemas.microsoft.com/office/drawing/2014/main" id="{C13A50EE-9A58-F3B8-2926-E961DEB9C4EB}"/>
              </a:ext>
            </a:extLst>
          </p:cNvPr>
          <p:cNvSpPr txBox="1"/>
          <p:nvPr/>
        </p:nvSpPr>
        <p:spPr>
          <a:xfrm>
            <a:off x="2497389" y="10084098"/>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𝑑=0</a:t>
            </a:r>
          </a:p>
        </p:txBody>
      </p:sp>
      <p:sp>
        <p:nvSpPr>
          <p:cNvPr id="3" name="TextBox 2">
            <a:extLst>
              <a:ext uri="{FF2B5EF4-FFF2-40B4-BE49-F238E27FC236}">
                <a16:creationId xmlns:a16="http://schemas.microsoft.com/office/drawing/2014/main" id="{0D82A507-FD1F-51C6-FEE7-50367CE3A777}"/>
              </a:ext>
            </a:extLst>
          </p:cNvPr>
          <p:cNvSpPr txBox="1"/>
          <p:nvPr/>
        </p:nvSpPr>
        <p:spPr>
          <a:xfrm>
            <a:off x="7890208" y="9153598"/>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prstClr val="black"/>
                </a:solidFill>
                <a:effectLst/>
                <a:uLnTx/>
                <a:uFillTx/>
                <a:latin typeface="Cambria Math" panose="02040503050406030204" pitchFamily="18" charset="0"/>
                <a:ea typeface="+mn-ea"/>
                <a:cs typeface="+mn-cs"/>
              </a:rPr>
              <a:t>𝑑=1</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75501A24-AE75-F172-5AAA-55305855E26A}"/>
                  </a:ext>
                </a:extLst>
              </p:cNvPr>
              <p:cNvSpPr txBox="1"/>
              <p:nvPr/>
            </p:nvSpPr>
            <p:spPr>
              <a:xfrm>
                <a:off x="7975570" y="4649973"/>
                <a:ext cx="871166" cy="64633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36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𝑗</m:t>
                      </m:r>
                    </m:oMath>
                  </m:oMathPara>
                </a14:m>
                <a:endParaRPr kumimoji="0" lang="en-GB"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mc:Choice>
        <mc:Fallback xmlns="">
          <p:sp>
            <p:nvSpPr>
              <p:cNvPr id="5" name="TextBox 4">
                <a:extLst>
                  <a:ext uri="{FF2B5EF4-FFF2-40B4-BE49-F238E27FC236}">
                    <a16:creationId xmlns:a16="http://schemas.microsoft.com/office/drawing/2014/main" id="{462B9F74-41F9-A190-4242-82872500B906}"/>
                  </a:ext>
                </a:extLst>
              </p:cNvPr>
              <p:cNvSpPr txBox="1">
                <a:spLocks noRot="1" noChangeAspect="1" noMove="1" noResize="1" noEditPoints="1" noAdjustHandles="1" noChangeArrowheads="1" noChangeShapeType="1" noTextEdit="1"/>
              </p:cNvSpPr>
              <p:nvPr/>
            </p:nvSpPr>
            <p:spPr>
              <a:xfrm>
                <a:off x="7975570" y="4649973"/>
                <a:ext cx="871166" cy="646331"/>
              </a:xfrm>
              <a:prstGeom prst="rect">
                <a:avLst/>
              </a:prstGeom>
              <a:blipFill>
                <a:blip r:embed="rId15"/>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E053B426-5B12-3395-2C29-A038BBA64B6C}"/>
                  </a:ext>
                </a:extLst>
              </p:cNvPr>
              <p:cNvSpPr txBox="1"/>
              <p:nvPr/>
            </p:nvSpPr>
            <p:spPr>
              <a:xfrm>
                <a:off x="5663091" y="7125366"/>
                <a:ext cx="719847" cy="646331"/>
              </a:xfrm>
              <a:prstGeom prst="rect">
                <a:avLst/>
              </a:prstGeom>
              <a:noFill/>
            </p:spPr>
            <p:txBody>
              <a:bodyPr wrap="square">
                <a:spAutoFit/>
              </a:bodyPr>
              <a:lstStyle>
                <a:defPPr>
                  <a:defRPr lang="en-US"/>
                </a:defPPr>
                <a:lvl1pPr>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GB" sz="36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m:t>
                      </m:r>
                    </m:oMath>
                  </m:oMathPara>
                </a14:m>
                <a:endParaRPr kumimoji="0" lang="en-GB" sz="36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p:txBody>
          </p:sp>
        </mc:Choice>
        <mc:Fallback xmlns="">
          <p:sp>
            <p:nvSpPr>
              <p:cNvPr id="68" name="TextBox 67">
                <a:extLst>
                  <a:ext uri="{FF2B5EF4-FFF2-40B4-BE49-F238E27FC236}">
                    <a16:creationId xmlns:a16="http://schemas.microsoft.com/office/drawing/2014/main" id="{BC3A7D4A-F291-825F-CFF5-0DABE9A9D601}"/>
                  </a:ext>
                </a:extLst>
              </p:cNvPr>
              <p:cNvSpPr txBox="1">
                <a:spLocks noRot="1" noChangeAspect="1" noMove="1" noResize="1" noEditPoints="1" noAdjustHandles="1" noChangeArrowheads="1" noChangeShapeType="1" noTextEdit="1"/>
              </p:cNvSpPr>
              <p:nvPr/>
            </p:nvSpPr>
            <p:spPr>
              <a:xfrm>
                <a:off x="5663091" y="7125366"/>
                <a:ext cx="719847" cy="646331"/>
              </a:xfrm>
              <a:prstGeom prst="rect">
                <a:avLst/>
              </a:prstGeom>
              <a:blipFill>
                <a:blip r:embed="rId16"/>
                <a:stretch>
                  <a:fillRect/>
                </a:stretch>
              </a:blipFill>
            </p:spPr>
            <p:txBody>
              <a:bodyPr/>
              <a:lstStyle/>
              <a:p>
                <a:r>
                  <a:rPr lang="en-GB">
                    <a:noFill/>
                  </a:rPr>
                  <a:t> </a:t>
                </a:r>
              </a:p>
            </p:txBody>
          </p:sp>
        </mc:Fallback>
      </mc:AlternateContent>
      <p:sp>
        <p:nvSpPr>
          <p:cNvPr id="70" name="Left Brace 69">
            <a:extLst>
              <a:ext uri="{FF2B5EF4-FFF2-40B4-BE49-F238E27FC236}">
                <a16:creationId xmlns:a16="http://schemas.microsoft.com/office/drawing/2014/main" id="{3956A3B2-E8F8-37A5-0B57-A80ED57D8766}"/>
              </a:ext>
            </a:extLst>
          </p:cNvPr>
          <p:cNvSpPr/>
          <p:nvPr/>
        </p:nvSpPr>
        <p:spPr>
          <a:xfrm rot="5400000">
            <a:off x="8113917" y="4098443"/>
            <a:ext cx="594473" cy="3297675"/>
          </a:xfrm>
          <a:prstGeom prst="leftBrace">
            <a:avLst>
              <a:gd name="adj1" fmla="val 32899"/>
              <a:gd name="adj2" fmla="val 50000"/>
            </a:avLst>
          </a:prstGeom>
          <a:ln w="57150">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Left Brace 71">
            <a:extLst>
              <a:ext uri="{FF2B5EF4-FFF2-40B4-BE49-F238E27FC236}">
                <a16:creationId xmlns:a16="http://schemas.microsoft.com/office/drawing/2014/main" id="{1339C74D-C5BB-B70C-FF0F-ACBB39C144CF}"/>
              </a:ext>
            </a:extLst>
          </p:cNvPr>
          <p:cNvSpPr/>
          <p:nvPr/>
        </p:nvSpPr>
        <p:spPr>
          <a:xfrm rot="5400000">
            <a:off x="2796785" y="5211527"/>
            <a:ext cx="594473" cy="3286151"/>
          </a:xfrm>
          <a:prstGeom prst="leftBrace">
            <a:avLst>
              <a:gd name="adj1" fmla="val 32899"/>
              <a:gd name="adj2" fmla="val 50000"/>
            </a:avLst>
          </a:prstGeom>
          <a:ln w="57150">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Left Brace 72">
            <a:extLst>
              <a:ext uri="{FF2B5EF4-FFF2-40B4-BE49-F238E27FC236}">
                <a16:creationId xmlns:a16="http://schemas.microsoft.com/office/drawing/2014/main" id="{F13C515A-76B1-0B69-C638-564A0558CEBC}"/>
              </a:ext>
            </a:extLst>
          </p:cNvPr>
          <p:cNvSpPr/>
          <p:nvPr/>
        </p:nvSpPr>
        <p:spPr>
          <a:xfrm>
            <a:off x="844948" y="7151839"/>
            <a:ext cx="594473" cy="2791853"/>
          </a:xfrm>
          <a:prstGeom prst="leftBrace">
            <a:avLst>
              <a:gd name="adj1" fmla="val 32899"/>
              <a:gd name="adj2" fmla="val 50000"/>
            </a:avLst>
          </a:prstGeom>
          <a:ln w="57150">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Left Brace 73">
            <a:extLst>
              <a:ext uri="{FF2B5EF4-FFF2-40B4-BE49-F238E27FC236}">
                <a16:creationId xmlns:a16="http://schemas.microsoft.com/office/drawing/2014/main" id="{C1F69112-EB97-4A18-B29E-6E3AD417411B}"/>
              </a:ext>
            </a:extLst>
          </p:cNvPr>
          <p:cNvSpPr/>
          <p:nvPr/>
        </p:nvSpPr>
        <p:spPr>
          <a:xfrm>
            <a:off x="6186528" y="6052606"/>
            <a:ext cx="594473" cy="2791853"/>
          </a:xfrm>
          <a:prstGeom prst="leftBrace">
            <a:avLst>
              <a:gd name="adj1" fmla="val 32899"/>
              <a:gd name="adj2" fmla="val 50000"/>
            </a:avLst>
          </a:prstGeom>
          <a:ln w="57150">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36" name="Group 35">
            <a:extLst>
              <a:ext uri="{FF2B5EF4-FFF2-40B4-BE49-F238E27FC236}">
                <a16:creationId xmlns:a16="http://schemas.microsoft.com/office/drawing/2014/main" id="{E001CDCC-772B-A7E0-57AA-8A5A8E70B931}"/>
              </a:ext>
            </a:extLst>
          </p:cNvPr>
          <p:cNvGrpSpPr/>
          <p:nvPr/>
        </p:nvGrpSpPr>
        <p:grpSpPr>
          <a:xfrm>
            <a:off x="6762316" y="6058891"/>
            <a:ext cx="3297675" cy="2801565"/>
            <a:chOff x="2957208" y="6679658"/>
            <a:chExt cx="3297675" cy="2801565"/>
          </a:xfrm>
        </p:grpSpPr>
        <p:sp>
          <p:nvSpPr>
            <p:cNvPr id="37" name="Rectangle 36">
              <a:extLst>
                <a:ext uri="{FF2B5EF4-FFF2-40B4-BE49-F238E27FC236}">
                  <a16:creationId xmlns:a16="http://schemas.microsoft.com/office/drawing/2014/main" id="{486E3E1A-4FB9-47FF-46A5-E4085642258C}"/>
                </a:ext>
              </a:extLst>
            </p:cNvPr>
            <p:cNvSpPr/>
            <p:nvPr/>
          </p:nvSpPr>
          <p:spPr>
            <a:xfrm>
              <a:off x="2957208" y="6679658"/>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J</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8" name="Rectangle 37">
              <a:extLst>
                <a:ext uri="{FF2B5EF4-FFF2-40B4-BE49-F238E27FC236}">
                  <a16:creationId xmlns:a16="http://schemas.microsoft.com/office/drawing/2014/main" id="{9D838515-5ABF-DB81-E832-43A6F968FF01}"/>
                </a:ext>
              </a:extLst>
            </p:cNvPr>
            <p:cNvSpPr/>
            <p:nvPr/>
          </p:nvSpPr>
          <p:spPr>
            <a:xfrm>
              <a:off x="4056433" y="6679658"/>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K</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Rectangle 38">
              <a:extLst>
                <a:ext uri="{FF2B5EF4-FFF2-40B4-BE49-F238E27FC236}">
                  <a16:creationId xmlns:a16="http://schemas.microsoft.com/office/drawing/2014/main" id="{8239AE60-256B-6D8F-571C-50112E03DC5F}"/>
                </a:ext>
              </a:extLst>
            </p:cNvPr>
            <p:cNvSpPr/>
            <p:nvPr/>
          </p:nvSpPr>
          <p:spPr>
            <a:xfrm>
              <a:off x="5155658" y="6679658"/>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L</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0" name="Rectangle 39">
              <a:extLst>
                <a:ext uri="{FF2B5EF4-FFF2-40B4-BE49-F238E27FC236}">
                  <a16:creationId xmlns:a16="http://schemas.microsoft.com/office/drawing/2014/main" id="{944837E5-0BDA-5179-F5A8-3423AEADD7CE}"/>
                </a:ext>
              </a:extLst>
            </p:cNvPr>
            <p:cNvSpPr/>
            <p:nvPr/>
          </p:nvSpPr>
          <p:spPr>
            <a:xfrm>
              <a:off x="2957208" y="7613513"/>
              <a:ext cx="1099225" cy="933855"/>
            </a:xfrm>
            <a:prstGeom prst="rect">
              <a:avLst/>
            </a:prstGeom>
            <a:solidFill>
              <a:schemeClr val="accent3">
                <a:lumMod val="50000"/>
              </a:schemeClr>
            </a:solidFill>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M</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1" name="Rectangle 40">
              <a:extLst>
                <a:ext uri="{FF2B5EF4-FFF2-40B4-BE49-F238E27FC236}">
                  <a16:creationId xmlns:a16="http://schemas.microsoft.com/office/drawing/2014/main" id="{B27D74F1-253C-B4D8-36EA-BCC55C68D3B5}"/>
                </a:ext>
              </a:extLst>
            </p:cNvPr>
            <p:cNvSpPr/>
            <p:nvPr/>
          </p:nvSpPr>
          <p:spPr>
            <a:xfrm>
              <a:off x="4056433" y="7613513"/>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N</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2" name="Rectangle 41">
              <a:extLst>
                <a:ext uri="{FF2B5EF4-FFF2-40B4-BE49-F238E27FC236}">
                  <a16:creationId xmlns:a16="http://schemas.microsoft.com/office/drawing/2014/main" id="{458C5255-61B3-DF17-EF0A-8B9C59266A1F}"/>
                </a:ext>
              </a:extLst>
            </p:cNvPr>
            <p:cNvSpPr/>
            <p:nvPr/>
          </p:nvSpPr>
          <p:spPr>
            <a:xfrm>
              <a:off x="5155658" y="7613513"/>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O</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 name="Rectangle 42">
              <a:extLst>
                <a:ext uri="{FF2B5EF4-FFF2-40B4-BE49-F238E27FC236}">
                  <a16:creationId xmlns:a16="http://schemas.microsoft.com/office/drawing/2014/main" id="{2717231B-F60B-D9A7-CFB0-B333D91ED585}"/>
                </a:ext>
              </a:extLst>
            </p:cNvPr>
            <p:cNvSpPr/>
            <p:nvPr/>
          </p:nvSpPr>
          <p:spPr>
            <a:xfrm>
              <a:off x="2957208" y="8547368"/>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P</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4" name="Rectangle 43">
              <a:extLst>
                <a:ext uri="{FF2B5EF4-FFF2-40B4-BE49-F238E27FC236}">
                  <a16:creationId xmlns:a16="http://schemas.microsoft.com/office/drawing/2014/main" id="{B5BA0BEE-5A80-0580-6F35-4009B6CDABF0}"/>
                </a:ext>
              </a:extLst>
            </p:cNvPr>
            <p:cNvSpPr/>
            <p:nvPr/>
          </p:nvSpPr>
          <p:spPr>
            <a:xfrm>
              <a:off x="4056433" y="8547368"/>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Q</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5" name="Rectangle 44">
              <a:extLst>
                <a:ext uri="{FF2B5EF4-FFF2-40B4-BE49-F238E27FC236}">
                  <a16:creationId xmlns:a16="http://schemas.microsoft.com/office/drawing/2014/main" id="{063478F3-6F21-41B9-9417-A06B1D560DCE}"/>
                </a:ext>
              </a:extLst>
            </p:cNvPr>
            <p:cNvSpPr/>
            <p:nvPr/>
          </p:nvSpPr>
          <p:spPr>
            <a:xfrm>
              <a:off x="5155658" y="8547368"/>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R</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nvGrpSpPr>
          <p:cNvPr id="35" name="Group 34">
            <a:extLst>
              <a:ext uri="{FF2B5EF4-FFF2-40B4-BE49-F238E27FC236}">
                <a16:creationId xmlns:a16="http://schemas.microsoft.com/office/drawing/2014/main" id="{882D132F-3F70-FA94-4422-B64A1D4DFAA8}"/>
              </a:ext>
            </a:extLst>
          </p:cNvPr>
          <p:cNvGrpSpPr/>
          <p:nvPr/>
        </p:nvGrpSpPr>
        <p:grpSpPr>
          <a:xfrm>
            <a:off x="1450947" y="7142127"/>
            <a:ext cx="3297675" cy="2801565"/>
            <a:chOff x="2957208" y="6679658"/>
            <a:chExt cx="3297675" cy="2801565"/>
          </a:xfrm>
        </p:grpSpPr>
        <p:sp>
          <p:nvSpPr>
            <p:cNvPr id="23" name="Rectangle 22">
              <a:extLst>
                <a:ext uri="{FF2B5EF4-FFF2-40B4-BE49-F238E27FC236}">
                  <a16:creationId xmlns:a16="http://schemas.microsoft.com/office/drawing/2014/main" id="{E66EA5EC-41B5-070D-707C-6F3C976C1C20}"/>
                </a:ext>
              </a:extLst>
            </p:cNvPr>
            <p:cNvSpPr/>
            <p:nvPr/>
          </p:nvSpPr>
          <p:spPr>
            <a:xfrm>
              <a:off x="2957208" y="6679658"/>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A</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 name="Rectangle 23">
              <a:extLst>
                <a:ext uri="{FF2B5EF4-FFF2-40B4-BE49-F238E27FC236}">
                  <a16:creationId xmlns:a16="http://schemas.microsoft.com/office/drawing/2014/main" id="{FD667B9A-4446-A8BF-24DD-48CB6576869B}"/>
                </a:ext>
              </a:extLst>
            </p:cNvPr>
            <p:cNvSpPr/>
            <p:nvPr/>
          </p:nvSpPr>
          <p:spPr>
            <a:xfrm>
              <a:off x="4056433" y="6679658"/>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B</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5" name="Rectangle 24">
              <a:extLst>
                <a:ext uri="{FF2B5EF4-FFF2-40B4-BE49-F238E27FC236}">
                  <a16:creationId xmlns:a16="http://schemas.microsoft.com/office/drawing/2014/main" id="{8E144696-CF24-BDC6-90B9-E0AEF55066A7}"/>
                </a:ext>
              </a:extLst>
            </p:cNvPr>
            <p:cNvSpPr/>
            <p:nvPr/>
          </p:nvSpPr>
          <p:spPr>
            <a:xfrm>
              <a:off x="5155658" y="6679658"/>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C</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53469561-BF0E-741A-6012-203485284D4F}"/>
                </a:ext>
              </a:extLst>
            </p:cNvPr>
            <p:cNvSpPr/>
            <p:nvPr/>
          </p:nvSpPr>
          <p:spPr>
            <a:xfrm>
              <a:off x="2957208" y="7613513"/>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D</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8D308E3E-24AC-488F-3073-9BAACF3FB07C}"/>
                </a:ext>
              </a:extLst>
            </p:cNvPr>
            <p:cNvSpPr/>
            <p:nvPr/>
          </p:nvSpPr>
          <p:spPr>
            <a:xfrm>
              <a:off x="4056433" y="7613513"/>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E</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1DD65430-3DEE-7E5B-3A8E-1AC76F36B61D}"/>
                </a:ext>
              </a:extLst>
            </p:cNvPr>
            <p:cNvSpPr/>
            <p:nvPr/>
          </p:nvSpPr>
          <p:spPr>
            <a:xfrm>
              <a:off x="5155658" y="7613513"/>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5400" dirty="0">
                  <a:solidFill>
                    <a:prstClr val="white"/>
                  </a:solidFill>
                  <a:latin typeface="Calibri" panose="020F0502020204030204"/>
                </a:rPr>
                <a:t>F</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ACF6A86C-000C-31FA-7680-19A0D07EFF6E}"/>
                </a:ext>
              </a:extLst>
            </p:cNvPr>
            <p:cNvSpPr/>
            <p:nvPr/>
          </p:nvSpPr>
          <p:spPr>
            <a:xfrm>
              <a:off x="2957208" y="8547368"/>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G</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0" name="Rectangle 29">
              <a:extLst>
                <a:ext uri="{FF2B5EF4-FFF2-40B4-BE49-F238E27FC236}">
                  <a16:creationId xmlns:a16="http://schemas.microsoft.com/office/drawing/2014/main" id="{821A1B8C-5645-77C4-CEDF-3F8B2B9D975F}"/>
                </a:ext>
              </a:extLst>
            </p:cNvPr>
            <p:cNvSpPr/>
            <p:nvPr/>
          </p:nvSpPr>
          <p:spPr>
            <a:xfrm>
              <a:off x="4056433" y="8547368"/>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H</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6B68B806-8134-E14B-B9D4-ED99469DDDA7}"/>
                </a:ext>
              </a:extLst>
            </p:cNvPr>
            <p:cNvSpPr/>
            <p:nvPr/>
          </p:nvSpPr>
          <p:spPr>
            <a:xfrm>
              <a:off x="5155658" y="8547368"/>
              <a:ext cx="1099225" cy="933855"/>
            </a:xfrm>
            <a:prstGeom prst="rect">
              <a:avLst/>
            </a:prstGeom>
            <a:ln w="38100">
              <a:solidFill>
                <a:schemeClr val="accent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5400" b="0" i="0" u="none" strike="noStrike" kern="1200" cap="none" spc="0" normalizeH="0" baseline="0" noProof="0" dirty="0">
                  <a:ln>
                    <a:noFill/>
                  </a:ln>
                  <a:solidFill>
                    <a:prstClr val="white"/>
                  </a:solidFill>
                  <a:effectLst/>
                  <a:uLnTx/>
                  <a:uFillTx/>
                  <a:latin typeface="Calibri" panose="020F0502020204030204"/>
                  <a:ea typeface="+mn-ea"/>
                  <a:cs typeface="+mn-cs"/>
                </a:rPr>
                <a:t>I</a:t>
              </a:r>
              <a:endParaRPr kumimoji="0" lang="en-GB" sz="5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CFEDFB40-60D5-E21E-57B5-609C4CB8BDA5}"/>
                  </a:ext>
                </a:extLst>
              </p:cNvPr>
              <p:cNvSpPr txBox="1"/>
              <p:nvPr/>
            </p:nvSpPr>
            <p:spPr>
              <a:xfrm>
                <a:off x="10803682" y="9652661"/>
                <a:ext cx="3397113" cy="584775"/>
              </a:xfrm>
              <a:prstGeom prst="rect">
                <a:avLst/>
              </a:prstGeom>
              <a:noFill/>
            </p:spPr>
            <p:txBody>
              <a:bodyPr wrap="square">
                <a:spAutoFit/>
              </a:bodyPr>
              <a:lstStyle>
                <a:defPPr>
                  <a:defRPr lang="en-US"/>
                </a:defPPr>
                <a:lvl1pPr marR="0" lvl="0" indent="0" fontAlgn="auto">
                  <a:lnSpc>
                    <a:spcPct val="100000"/>
                  </a:lnSpc>
                  <a:spcBef>
                    <a:spcPts val="0"/>
                  </a:spcBef>
                  <a:spcAft>
                    <a:spcPts val="0"/>
                  </a:spcAft>
                  <a:buClrTx/>
                  <a:buSzTx/>
                  <a:buFontTx/>
                  <a:buNone/>
                  <a:tabLst/>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m:t>
                      </m:r>
                      <m:r>
                        <a:rPr kumimoji="0" 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𝑗</m:t>
                      </m:r>
                      <m:r>
                        <a:rPr kumimoji="0" 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𝑑</m:t>
                      </m:r>
                      <m:r>
                        <a:rPr kumimoji="0" 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r>
                        <a:rPr kumimoji="0" 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0</m:t>
                      </m:r>
                      <m:r>
                        <a:rPr kumimoji="0" 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m:t>
                      </m:r>
                      <m:r>
                        <a:rPr kumimoji="0" 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oMath>
                  </m:oMathPara>
                </a14:m>
                <a:endParaRPr kumimoji="0" lang="en-GB" sz="3200" b="0" i="1" u="none" strike="noStrike" kern="1200" cap="none" spc="0" normalizeH="0" baseline="0" noProof="0" dirty="0">
                  <a:ln>
                    <a:noFill/>
                  </a:ln>
                  <a:solidFill>
                    <a:prstClr val="black"/>
                  </a:solidFill>
                  <a:effectLst/>
                  <a:uLnTx/>
                  <a:uFillTx/>
                  <a:latin typeface="Cambria Math" panose="02040503050406030204" pitchFamily="18" charset="0"/>
                  <a:ea typeface="+mn-ea"/>
                  <a:cs typeface="+mn-cs"/>
                </a:endParaRPr>
              </a:p>
            </p:txBody>
          </p:sp>
        </mc:Choice>
        <mc:Fallback xmlns="">
          <p:sp>
            <p:nvSpPr>
              <p:cNvPr id="81" name="TextBox 80">
                <a:extLst>
                  <a:ext uri="{FF2B5EF4-FFF2-40B4-BE49-F238E27FC236}">
                    <a16:creationId xmlns:a16="http://schemas.microsoft.com/office/drawing/2014/main" id="{4DD5E23F-F91F-B2B3-78E8-1E7FF2A5CAA7}"/>
                  </a:ext>
                </a:extLst>
              </p:cNvPr>
              <p:cNvSpPr txBox="1">
                <a:spLocks noRot="1" noChangeAspect="1" noMove="1" noResize="1" noEditPoints="1" noAdjustHandles="1" noChangeArrowheads="1" noChangeShapeType="1" noTextEdit="1"/>
              </p:cNvSpPr>
              <p:nvPr/>
            </p:nvSpPr>
            <p:spPr>
              <a:xfrm>
                <a:off x="10803682" y="9652661"/>
                <a:ext cx="3397113" cy="584775"/>
              </a:xfrm>
              <a:prstGeom prst="rect">
                <a:avLst/>
              </a:prstGeom>
              <a:blipFill>
                <a:blip r:embed="rId17"/>
                <a:stretch>
                  <a:fillRect/>
                </a:stretch>
              </a:blipFill>
            </p:spPr>
            <p:txBody>
              <a:bodyPr/>
              <a:lstStyle/>
              <a:p>
                <a:r>
                  <a:rPr lang="en-GB">
                    <a:noFill/>
                  </a:rPr>
                  <a:t> </a:t>
                </a:r>
              </a:p>
            </p:txBody>
          </p:sp>
        </mc:Fallback>
      </mc:AlternateContent>
      <p:sp>
        <p:nvSpPr>
          <p:cNvPr id="78" name="TextBox 77">
            <a:extLst>
              <a:ext uri="{FF2B5EF4-FFF2-40B4-BE49-F238E27FC236}">
                <a16:creationId xmlns:a16="http://schemas.microsoft.com/office/drawing/2014/main" id="{F1B2525D-A718-9623-3B58-81E156000CCD}"/>
              </a:ext>
            </a:extLst>
          </p:cNvPr>
          <p:cNvSpPr txBox="1"/>
          <p:nvPr/>
        </p:nvSpPr>
        <p:spPr>
          <a:xfrm rot="3153675">
            <a:off x="3531523" y="4195067"/>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schemeClr val="tx1">
                    <a:lumMod val="50000"/>
                    <a:lumOff val="50000"/>
                  </a:schemeClr>
                </a:solidFill>
                <a:effectLst/>
                <a:uLnTx/>
                <a:uFillTx/>
                <a:latin typeface="Cambria Math" panose="02040503050406030204" pitchFamily="18" charset="0"/>
                <a:ea typeface="+mn-ea"/>
                <a:cs typeface="+mn-cs"/>
              </a:rPr>
              <a:t>j=0</a:t>
            </a:r>
          </a:p>
        </p:txBody>
      </p:sp>
      <p:sp>
        <p:nvSpPr>
          <p:cNvPr id="79" name="TextBox 78">
            <a:extLst>
              <a:ext uri="{FF2B5EF4-FFF2-40B4-BE49-F238E27FC236}">
                <a16:creationId xmlns:a16="http://schemas.microsoft.com/office/drawing/2014/main" id="{E8B6C795-A848-EAC0-D017-C1F410729490}"/>
              </a:ext>
            </a:extLst>
          </p:cNvPr>
          <p:cNvSpPr txBox="1"/>
          <p:nvPr/>
        </p:nvSpPr>
        <p:spPr>
          <a:xfrm rot="3153675">
            <a:off x="4500619" y="4227858"/>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schemeClr val="bg1">
                    <a:lumMod val="65000"/>
                  </a:schemeClr>
                </a:solidFill>
                <a:effectLst/>
                <a:uLnTx/>
                <a:uFillTx/>
                <a:latin typeface="Cambria Math" panose="02040503050406030204" pitchFamily="18" charset="0"/>
                <a:ea typeface="+mn-ea"/>
                <a:cs typeface="+mn-cs"/>
              </a:rPr>
              <a:t>j=1</a:t>
            </a:r>
          </a:p>
        </p:txBody>
      </p:sp>
      <p:sp>
        <p:nvSpPr>
          <p:cNvPr id="80" name="TextBox 79">
            <a:extLst>
              <a:ext uri="{FF2B5EF4-FFF2-40B4-BE49-F238E27FC236}">
                <a16:creationId xmlns:a16="http://schemas.microsoft.com/office/drawing/2014/main" id="{086699F3-9021-7BA2-7AD7-4CBA336EE003}"/>
              </a:ext>
            </a:extLst>
          </p:cNvPr>
          <p:cNvSpPr txBox="1"/>
          <p:nvPr/>
        </p:nvSpPr>
        <p:spPr>
          <a:xfrm>
            <a:off x="5345081" y="3791860"/>
            <a:ext cx="1193264" cy="646331"/>
          </a:xfrm>
          <a:prstGeom prst="rect">
            <a:avLst/>
          </a:prstGeom>
          <a:noFill/>
        </p:spPr>
        <p:txBody>
          <a:bodyPr wrap="square">
            <a:spAutoFit/>
          </a:bodyPr>
          <a:lstStyle>
            <a:defPPr>
              <a:defRPr lang="en-US"/>
            </a:defPPr>
            <a:lvl1pPr lvl="0">
              <a:defRPr kumimoji="0" sz="3600" b="0" i="1" u="none" strike="noStrike" cap="none" spc="0" normalizeH="0" baseline="0">
                <a:ln>
                  <a:noFill/>
                </a:ln>
                <a:solidFill>
                  <a:prstClr val="black"/>
                </a:solidFill>
                <a:effectLst/>
                <a:uLnTx/>
                <a:uFillTx/>
                <a:latin typeface="Cambria Math" panose="02040503050406030204" pitchFamily="18" charset="0"/>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3600" b="0" i="0" u="none" strike="noStrike" kern="1200" cap="none" spc="0" normalizeH="0" baseline="0" noProof="0" dirty="0">
                <a:ln>
                  <a:noFill/>
                </a:ln>
                <a:solidFill>
                  <a:schemeClr val="bg1">
                    <a:lumMod val="65000"/>
                  </a:schemeClr>
                </a:solidFill>
                <a:effectLst/>
                <a:uLnTx/>
                <a:uFillTx/>
                <a:latin typeface="Cambria Math" panose="02040503050406030204" pitchFamily="18" charset="0"/>
                <a:ea typeface="+mn-ea"/>
                <a:cs typeface="+mn-cs"/>
              </a:rPr>
              <a:t>…</a:t>
            </a:r>
          </a:p>
        </p:txBody>
      </p:sp>
      <p:sp>
        <p:nvSpPr>
          <p:cNvPr id="82" name="Rectangle: Rounded Corners 81">
            <a:extLst>
              <a:ext uri="{FF2B5EF4-FFF2-40B4-BE49-F238E27FC236}">
                <a16:creationId xmlns:a16="http://schemas.microsoft.com/office/drawing/2014/main" id="{BA931685-9425-B60D-F8BC-B94FED1B3A0B}"/>
              </a:ext>
            </a:extLst>
          </p:cNvPr>
          <p:cNvSpPr/>
          <p:nvPr/>
        </p:nvSpPr>
        <p:spPr>
          <a:xfrm>
            <a:off x="676633" y="168490"/>
            <a:ext cx="8467367" cy="721549"/>
          </a:xfrm>
          <a:prstGeom prst="roundRect">
            <a:avLst>
              <a:gd name="adj" fmla="val 5537"/>
            </a:avLst>
          </a:prstGeom>
          <a:noFill/>
          <a:ln w="38100">
            <a:solidFill>
              <a:schemeClr val="tx2">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3" name="Rectangle: Rounded Corners 82">
            <a:extLst>
              <a:ext uri="{FF2B5EF4-FFF2-40B4-BE49-F238E27FC236}">
                <a16:creationId xmlns:a16="http://schemas.microsoft.com/office/drawing/2014/main" id="{37F79C73-F36A-47CE-5224-D34C0FEA92A1}"/>
              </a:ext>
            </a:extLst>
          </p:cNvPr>
          <p:cNvSpPr/>
          <p:nvPr/>
        </p:nvSpPr>
        <p:spPr>
          <a:xfrm>
            <a:off x="10640440" y="5602445"/>
            <a:ext cx="5829031" cy="4922884"/>
          </a:xfrm>
          <a:prstGeom prst="roundRect">
            <a:avLst>
              <a:gd name="adj" fmla="val 5537"/>
            </a:avLst>
          </a:prstGeom>
          <a:noFill/>
          <a:ln w="38100">
            <a:solidFill>
              <a:schemeClr val="tx2">
                <a:lumMod val="40000"/>
                <a:lumOff val="6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mc:AlternateContent xmlns:mc="http://schemas.openxmlformats.org/markup-compatibility/2006" xmlns:a14="http://schemas.microsoft.com/office/drawing/2010/main">
        <mc:Choice Requires="a14">
          <p:sp>
            <p:nvSpPr>
              <p:cNvPr id="85" name="TextBox 84">
                <a:extLst>
                  <a:ext uri="{FF2B5EF4-FFF2-40B4-BE49-F238E27FC236}">
                    <a16:creationId xmlns:a16="http://schemas.microsoft.com/office/drawing/2014/main" id="{DE890DBD-002C-E4EF-24D5-008794319A36}"/>
                  </a:ext>
                </a:extLst>
              </p:cNvPr>
              <p:cNvSpPr txBox="1"/>
              <p:nvPr/>
            </p:nvSpPr>
            <p:spPr>
              <a:xfrm>
                <a:off x="10905376" y="220974"/>
                <a:ext cx="1551008" cy="58477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kumimoji="0" lang="en-GB"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𝑣</m:t>
                      </m:r>
                      <m:r>
                        <a:rPr kumimoji="0" 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US" sz="32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12</m:t>
                      </m:r>
                    </m:oMath>
                  </m:oMathPara>
                </a14:m>
                <a:endParaRPr lang="en-GB" dirty="0"/>
              </a:p>
            </p:txBody>
          </p:sp>
        </mc:Choice>
        <mc:Fallback xmlns="">
          <p:sp>
            <p:nvSpPr>
              <p:cNvPr id="85" name="TextBox 84">
                <a:extLst>
                  <a:ext uri="{FF2B5EF4-FFF2-40B4-BE49-F238E27FC236}">
                    <a16:creationId xmlns:a16="http://schemas.microsoft.com/office/drawing/2014/main" id="{856C51DD-7BFC-EB9F-6F3B-AFE0107EB949}"/>
                  </a:ext>
                </a:extLst>
              </p:cNvPr>
              <p:cNvSpPr txBox="1">
                <a:spLocks noRot="1" noChangeAspect="1" noMove="1" noResize="1" noEditPoints="1" noAdjustHandles="1" noChangeArrowheads="1" noChangeShapeType="1" noTextEdit="1"/>
              </p:cNvSpPr>
              <p:nvPr/>
            </p:nvSpPr>
            <p:spPr>
              <a:xfrm>
                <a:off x="10905376" y="220974"/>
                <a:ext cx="1551008" cy="584775"/>
              </a:xfrm>
              <a:prstGeom prst="rect">
                <a:avLst/>
              </a:prstGeom>
              <a:blipFill>
                <a:blip r:embed="rId18"/>
                <a:stretch>
                  <a:fillRect/>
                </a:stretch>
              </a:blipFill>
            </p:spPr>
            <p:txBody>
              <a:bodyPr/>
              <a:lstStyle/>
              <a:p>
                <a:r>
                  <a:rPr lang="en-GB">
                    <a:noFill/>
                  </a:rPr>
                  <a:t> </a:t>
                </a:r>
              </a:p>
            </p:txBody>
          </p:sp>
        </mc:Fallback>
      </mc:AlternateContent>
      <p:sp>
        <p:nvSpPr>
          <p:cNvPr id="87" name="Arrow: Pentagon 86">
            <a:extLst>
              <a:ext uri="{FF2B5EF4-FFF2-40B4-BE49-F238E27FC236}">
                <a16:creationId xmlns:a16="http://schemas.microsoft.com/office/drawing/2014/main" id="{BCD9226F-1ED7-41D2-8FC0-98E73C667A7F}"/>
              </a:ext>
            </a:extLst>
          </p:cNvPr>
          <p:cNvSpPr/>
          <p:nvPr/>
        </p:nvSpPr>
        <p:spPr>
          <a:xfrm rot="5400000">
            <a:off x="10873479" y="1071988"/>
            <a:ext cx="1607213" cy="1024026"/>
          </a:xfrm>
          <a:prstGeom prst="homePlate">
            <a:avLst>
              <a:gd name="adj" fmla="val 74964"/>
            </a:avLst>
          </a:prstGeom>
          <a:solidFill>
            <a:schemeClr val="tx1">
              <a:lumMod val="75000"/>
              <a:lumOff val="25000"/>
              <a:alpha val="2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84" name="Group 83">
            <a:extLst>
              <a:ext uri="{FF2B5EF4-FFF2-40B4-BE49-F238E27FC236}">
                <a16:creationId xmlns:a16="http://schemas.microsoft.com/office/drawing/2014/main" id="{70B2FE2D-0010-4CA8-EE97-8D44C817743B}"/>
              </a:ext>
            </a:extLst>
          </p:cNvPr>
          <p:cNvGrpSpPr/>
          <p:nvPr/>
        </p:nvGrpSpPr>
        <p:grpSpPr>
          <a:xfrm>
            <a:off x="807395" y="3150927"/>
            <a:ext cx="7840494" cy="759314"/>
            <a:chOff x="1838527" y="1108951"/>
            <a:chExt cx="9893025" cy="933857"/>
          </a:xfrm>
          <a:noFill/>
        </p:grpSpPr>
        <p:sp>
          <p:nvSpPr>
            <p:cNvPr id="86" name="Rectangle 85">
              <a:extLst>
                <a:ext uri="{FF2B5EF4-FFF2-40B4-BE49-F238E27FC236}">
                  <a16:creationId xmlns:a16="http://schemas.microsoft.com/office/drawing/2014/main" id="{44CD54F9-E45E-7FC3-2733-1E068432D3E8}"/>
                </a:ext>
              </a:extLst>
            </p:cNvPr>
            <p:cNvSpPr/>
            <p:nvPr/>
          </p:nvSpPr>
          <p:spPr>
            <a:xfrm>
              <a:off x="1838527" y="1108953"/>
              <a:ext cx="1099225" cy="933855"/>
            </a:xfrm>
            <a:prstGeom prst="rect">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rPr>
                <a:t>0</a:t>
              </a:r>
              <a:endParaRPr kumimoji="0" lang="en-GB"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endParaRPr>
            </a:p>
          </p:txBody>
        </p:sp>
        <p:sp>
          <p:nvSpPr>
            <p:cNvPr id="88" name="Rectangle 87">
              <a:extLst>
                <a:ext uri="{FF2B5EF4-FFF2-40B4-BE49-F238E27FC236}">
                  <a16:creationId xmlns:a16="http://schemas.microsoft.com/office/drawing/2014/main" id="{D3D400CF-29DB-D171-50B4-3E049E0A9F34}"/>
                </a:ext>
              </a:extLst>
            </p:cNvPr>
            <p:cNvSpPr/>
            <p:nvPr/>
          </p:nvSpPr>
          <p:spPr>
            <a:xfrm>
              <a:off x="2937752" y="1108953"/>
              <a:ext cx="1099225" cy="933855"/>
            </a:xfrm>
            <a:prstGeom prst="rect">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rPr>
                <a:t>1</a:t>
              </a:r>
              <a:endParaRPr kumimoji="0" lang="en-GB"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endParaRPr>
            </a:p>
          </p:txBody>
        </p:sp>
        <p:sp>
          <p:nvSpPr>
            <p:cNvPr id="89" name="Rectangle 88">
              <a:extLst>
                <a:ext uri="{FF2B5EF4-FFF2-40B4-BE49-F238E27FC236}">
                  <a16:creationId xmlns:a16="http://schemas.microsoft.com/office/drawing/2014/main" id="{EC3B5E66-8E98-8488-2C0F-4A475D4CDF4C}"/>
                </a:ext>
              </a:extLst>
            </p:cNvPr>
            <p:cNvSpPr/>
            <p:nvPr/>
          </p:nvSpPr>
          <p:spPr>
            <a:xfrm>
              <a:off x="4036977" y="1108953"/>
              <a:ext cx="1099225" cy="933855"/>
            </a:xfrm>
            <a:prstGeom prst="rect">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rPr>
                <a:t>2</a:t>
              </a:r>
              <a:endParaRPr kumimoji="0" lang="en-GB"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endParaRPr>
            </a:p>
          </p:txBody>
        </p:sp>
        <p:sp>
          <p:nvSpPr>
            <p:cNvPr id="90" name="Rectangle 89">
              <a:extLst>
                <a:ext uri="{FF2B5EF4-FFF2-40B4-BE49-F238E27FC236}">
                  <a16:creationId xmlns:a16="http://schemas.microsoft.com/office/drawing/2014/main" id="{F6D31602-E35C-6F21-A47A-415068AF4064}"/>
                </a:ext>
              </a:extLst>
            </p:cNvPr>
            <p:cNvSpPr/>
            <p:nvPr/>
          </p:nvSpPr>
          <p:spPr>
            <a:xfrm>
              <a:off x="5136202" y="1108952"/>
              <a:ext cx="1099225" cy="933855"/>
            </a:xfrm>
            <a:prstGeom prst="rect">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rPr>
                <a:t>3</a:t>
              </a:r>
              <a:endParaRPr kumimoji="0" lang="en-GB"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endParaRPr>
            </a:p>
          </p:txBody>
        </p:sp>
        <p:sp>
          <p:nvSpPr>
            <p:cNvPr id="91" name="Rectangle 90">
              <a:extLst>
                <a:ext uri="{FF2B5EF4-FFF2-40B4-BE49-F238E27FC236}">
                  <a16:creationId xmlns:a16="http://schemas.microsoft.com/office/drawing/2014/main" id="{E2C71311-4D23-8493-F92E-49A5E8306011}"/>
                </a:ext>
              </a:extLst>
            </p:cNvPr>
            <p:cNvSpPr/>
            <p:nvPr/>
          </p:nvSpPr>
          <p:spPr>
            <a:xfrm>
              <a:off x="6235427" y="1108952"/>
              <a:ext cx="1099225" cy="933855"/>
            </a:xfrm>
            <a:prstGeom prst="rect">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rPr>
                <a:t>4</a:t>
              </a:r>
              <a:endParaRPr kumimoji="0" lang="en-GB"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endParaRPr>
            </a:p>
          </p:txBody>
        </p:sp>
        <p:sp>
          <p:nvSpPr>
            <p:cNvPr id="92" name="Rectangle 91">
              <a:extLst>
                <a:ext uri="{FF2B5EF4-FFF2-40B4-BE49-F238E27FC236}">
                  <a16:creationId xmlns:a16="http://schemas.microsoft.com/office/drawing/2014/main" id="{E732B39E-F040-1B37-7370-9BF612240BFD}"/>
                </a:ext>
              </a:extLst>
            </p:cNvPr>
            <p:cNvSpPr/>
            <p:nvPr/>
          </p:nvSpPr>
          <p:spPr>
            <a:xfrm>
              <a:off x="7334652" y="1108952"/>
              <a:ext cx="1099225" cy="933855"/>
            </a:xfrm>
            <a:prstGeom prst="rect">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rPr>
                <a:t>5</a:t>
              </a:r>
              <a:endParaRPr kumimoji="0" lang="en-GB"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endParaRPr>
            </a:p>
          </p:txBody>
        </p:sp>
        <p:sp>
          <p:nvSpPr>
            <p:cNvPr id="93" name="Rectangle 92">
              <a:extLst>
                <a:ext uri="{FF2B5EF4-FFF2-40B4-BE49-F238E27FC236}">
                  <a16:creationId xmlns:a16="http://schemas.microsoft.com/office/drawing/2014/main" id="{00A4E95A-321C-A833-4D3C-22E8B447FD7F}"/>
                </a:ext>
              </a:extLst>
            </p:cNvPr>
            <p:cNvSpPr/>
            <p:nvPr/>
          </p:nvSpPr>
          <p:spPr>
            <a:xfrm>
              <a:off x="8433877" y="1108951"/>
              <a:ext cx="1099225" cy="933855"/>
            </a:xfrm>
            <a:prstGeom prst="rect">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rPr>
                <a:t>6</a:t>
              </a:r>
              <a:endParaRPr kumimoji="0" lang="en-GB"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endParaRPr>
            </a:p>
          </p:txBody>
        </p:sp>
        <p:sp>
          <p:nvSpPr>
            <p:cNvPr id="94" name="Rectangle 93">
              <a:extLst>
                <a:ext uri="{FF2B5EF4-FFF2-40B4-BE49-F238E27FC236}">
                  <a16:creationId xmlns:a16="http://schemas.microsoft.com/office/drawing/2014/main" id="{972E2A72-5637-674D-0E6A-9AF1F221B424}"/>
                </a:ext>
              </a:extLst>
            </p:cNvPr>
            <p:cNvSpPr/>
            <p:nvPr/>
          </p:nvSpPr>
          <p:spPr>
            <a:xfrm>
              <a:off x="9533102" y="1108951"/>
              <a:ext cx="1099225" cy="933855"/>
            </a:xfrm>
            <a:prstGeom prst="rect">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rPr>
                <a:t>7</a:t>
              </a:r>
              <a:endParaRPr kumimoji="0" lang="en-GB"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endParaRPr>
            </a:p>
          </p:txBody>
        </p:sp>
        <p:sp>
          <p:nvSpPr>
            <p:cNvPr id="95" name="Rectangle 94">
              <a:extLst>
                <a:ext uri="{FF2B5EF4-FFF2-40B4-BE49-F238E27FC236}">
                  <a16:creationId xmlns:a16="http://schemas.microsoft.com/office/drawing/2014/main" id="{B860CBA6-5276-9CED-E202-11A78C05656E}"/>
                </a:ext>
              </a:extLst>
            </p:cNvPr>
            <p:cNvSpPr/>
            <p:nvPr/>
          </p:nvSpPr>
          <p:spPr>
            <a:xfrm>
              <a:off x="10632327" y="1108951"/>
              <a:ext cx="1099225" cy="933855"/>
            </a:xfrm>
            <a:prstGeom prst="rect">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rPr>
                <a:t>8</a:t>
              </a:r>
              <a:endParaRPr kumimoji="0" lang="en-GB"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endParaRPr>
            </a:p>
          </p:txBody>
        </p:sp>
      </p:grpSp>
      <p:grpSp>
        <p:nvGrpSpPr>
          <p:cNvPr id="96" name="Group 95">
            <a:extLst>
              <a:ext uri="{FF2B5EF4-FFF2-40B4-BE49-F238E27FC236}">
                <a16:creationId xmlns:a16="http://schemas.microsoft.com/office/drawing/2014/main" id="{D66BCA6E-C6BE-B102-7AEB-091BB55F398C}"/>
              </a:ext>
            </a:extLst>
          </p:cNvPr>
          <p:cNvGrpSpPr/>
          <p:nvPr/>
        </p:nvGrpSpPr>
        <p:grpSpPr>
          <a:xfrm>
            <a:off x="8647889" y="3150927"/>
            <a:ext cx="7840494" cy="759314"/>
            <a:chOff x="1838527" y="1108951"/>
            <a:chExt cx="9893025" cy="933857"/>
          </a:xfrm>
          <a:noFill/>
        </p:grpSpPr>
        <p:sp>
          <p:nvSpPr>
            <p:cNvPr id="97" name="Rectangle 96">
              <a:extLst>
                <a:ext uri="{FF2B5EF4-FFF2-40B4-BE49-F238E27FC236}">
                  <a16:creationId xmlns:a16="http://schemas.microsoft.com/office/drawing/2014/main" id="{591649DA-0F74-EB09-DDAC-81443F4636C6}"/>
                </a:ext>
              </a:extLst>
            </p:cNvPr>
            <p:cNvSpPr/>
            <p:nvPr/>
          </p:nvSpPr>
          <p:spPr>
            <a:xfrm>
              <a:off x="1838527" y="1108953"/>
              <a:ext cx="1099225" cy="933855"/>
            </a:xfrm>
            <a:prstGeom prst="rect">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rPr>
                <a:t>9</a:t>
              </a:r>
              <a:endParaRPr kumimoji="0" lang="en-GB"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endParaRPr>
            </a:p>
          </p:txBody>
        </p:sp>
        <p:sp>
          <p:nvSpPr>
            <p:cNvPr id="98" name="Rectangle 97">
              <a:extLst>
                <a:ext uri="{FF2B5EF4-FFF2-40B4-BE49-F238E27FC236}">
                  <a16:creationId xmlns:a16="http://schemas.microsoft.com/office/drawing/2014/main" id="{F447C4CD-86AF-6BA6-D712-DD6D585092E3}"/>
                </a:ext>
              </a:extLst>
            </p:cNvPr>
            <p:cNvSpPr/>
            <p:nvPr/>
          </p:nvSpPr>
          <p:spPr>
            <a:xfrm>
              <a:off x="2937752" y="1108953"/>
              <a:ext cx="1099225" cy="933855"/>
            </a:xfrm>
            <a:prstGeom prst="rect">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rPr>
                <a:t>10</a:t>
              </a:r>
              <a:endParaRPr kumimoji="0" lang="en-GB"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endParaRPr>
            </a:p>
          </p:txBody>
        </p:sp>
        <p:sp>
          <p:nvSpPr>
            <p:cNvPr id="99" name="Rectangle 98">
              <a:extLst>
                <a:ext uri="{FF2B5EF4-FFF2-40B4-BE49-F238E27FC236}">
                  <a16:creationId xmlns:a16="http://schemas.microsoft.com/office/drawing/2014/main" id="{7A9FEC2A-C048-2ECD-C35A-85B30FA43BE2}"/>
                </a:ext>
              </a:extLst>
            </p:cNvPr>
            <p:cNvSpPr/>
            <p:nvPr/>
          </p:nvSpPr>
          <p:spPr>
            <a:xfrm>
              <a:off x="4036977" y="1108953"/>
              <a:ext cx="1099225" cy="933855"/>
            </a:xfrm>
            <a:prstGeom prst="rect">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rPr>
                <a:t>11</a:t>
              </a:r>
              <a:endParaRPr kumimoji="0" lang="en-GB"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endParaRPr>
            </a:p>
          </p:txBody>
        </p:sp>
        <p:sp>
          <p:nvSpPr>
            <p:cNvPr id="100" name="Rectangle 99">
              <a:extLst>
                <a:ext uri="{FF2B5EF4-FFF2-40B4-BE49-F238E27FC236}">
                  <a16:creationId xmlns:a16="http://schemas.microsoft.com/office/drawing/2014/main" id="{9CB37ED6-3E12-A6A9-A695-1273D7F61D3E}"/>
                </a:ext>
              </a:extLst>
            </p:cNvPr>
            <p:cNvSpPr/>
            <p:nvPr/>
          </p:nvSpPr>
          <p:spPr>
            <a:xfrm>
              <a:off x="5136202" y="1108952"/>
              <a:ext cx="1099225" cy="933855"/>
            </a:xfrm>
            <a:prstGeom prst="rect">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rPr>
                <a:t>12</a:t>
              </a:r>
              <a:endParaRPr kumimoji="0" lang="en-GB"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endParaRPr>
            </a:p>
          </p:txBody>
        </p:sp>
        <p:sp>
          <p:nvSpPr>
            <p:cNvPr id="101" name="Rectangle 100">
              <a:extLst>
                <a:ext uri="{FF2B5EF4-FFF2-40B4-BE49-F238E27FC236}">
                  <a16:creationId xmlns:a16="http://schemas.microsoft.com/office/drawing/2014/main" id="{9C66F2B1-8B53-46D6-D7A2-0922F6661997}"/>
                </a:ext>
              </a:extLst>
            </p:cNvPr>
            <p:cNvSpPr/>
            <p:nvPr/>
          </p:nvSpPr>
          <p:spPr>
            <a:xfrm>
              <a:off x="6235427" y="1108952"/>
              <a:ext cx="1099225" cy="933855"/>
            </a:xfrm>
            <a:prstGeom prst="rect">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rPr>
                <a:t>13</a:t>
              </a:r>
              <a:endParaRPr kumimoji="0" lang="en-GB"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endParaRPr>
            </a:p>
          </p:txBody>
        </p:sp>
        <p:sp>
          <p:nvSpPr>
            <p:cNvPr id="102" name="Rectangle 101">
              <a:extLst>
                <a:ext uri="{FF2B5EF4-FFF2-40B4-BE49-F238E27FC236}">
                  <a16:creationId xmlns:a16="http://schemas.microsoft.com/office/drawing/2014/main" id="{8D3F6607-6DFA-0E18-5D1B-3282FC759C3F}"/>
                </a:ext>
              </a:extLst>
            </p:cNvPr>
            <p:cNvSpPr/>
            <p:nvPr/>
          </p:nvSpPr>
          <p:spPr>
            <a:xfrm>
              <a:off x="7334652" y="1108952"/>
              <a:ext cx="1099225" cy="933855"/>
            </a:xfrm>
            <a:prstGeom prst="rect">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rPr>
                <a:t>14</a:t>
              </a:r>
              <a:endParaRPr kumimoji="0" lang="en-GB"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endParaRPr>
            </a:p>
          </p:txBody>
        </p:sp>
        <p:sp>
          <p:nvSpPr>
            <p:cNvPr id="103" name="Rectangle 102">
              <a:extLst>
                <a:ext uri="{FF2B5EF4-FFF2-40B4-BE49-F238E27FC236}">
                  <a16:creationId xmlns:a16="http://schemas.microsoft.com/office/drawing/2014/main" id="{30D6DA77-DD72-6BB8-9A8A-9777B601741B}"/>
                </a:ext>
              </a:extLst>
            </p:cNvPr>
            <p:cNvSpPr/>
            <p:nvPr/>
          </p:nvSpPr>
          <p:spPr>
            <a:xfrm>
              <a:off x="8433877" y="1108951"/>
              <a:ext cx="1099225" cy="933855"/>
            </a:xfrm>
            <a:prstGeom prst="rect">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rPr>
                <a:t>15</a:t>
              </a:r>
              <a:endParaRPr kumimoji="0" lang="en-GB"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endParaRPr>
            </a:p>
          </p:txBody>
        </p:sp>
        <p:sp>
          <p:nvSpPr>
            <p:cNvPr id="104" name="Rectangle 103">
              <a:extLst>
                <a:ext uri="{FF2B5EF4-FFF2-40B4-BE49-F238E27FC236}">
                  <a16:creationId xmlns:a16="http://schemas.microsoft.com/office/drawing/2014/main" id="{AE5D4852-D0D9-20BB-FCE8-D6AFB42FE8F0}"/>
                </a:ext>
              </a:extLst>
            </p:cNvPr>
            <p:cNvSpPr/>
            <p:nvPr/>
          </p:nvSpPr>
          <p:spPr>
            <a:xfrm>
              <a:off x="9533102" y="1108951"/>
              <a:ext cx="1099225" cy="933855"/>
            </a:xfrm>
            <a:prstGeom prst="rect">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rPr>
                <a:t>16</a:t>
              </a:r>
              <a:endParaRPr kumimoji="0" lang="en-GB"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endParaRPr>
            </a:p>
          </p:txBody>
        </p:sp>
        <p:sp>
          <p:nvSpPr>
            <p:cNvPr id="105" name="Rectangle 104">
              <a:extLst>
                <a:ext uri="{FF2B5EF4-FFF2-40B4-BE49-F238E27FC236}">
                  <a16:creationId xmlns:a16="http://schemas.microsoft.com/office/drawing/2014/main" id="{6ACEB386-190A-D6F5-AEF0-0EE808EC307E}"/>
                </a:ext>
              </a:extLst>
            </p:cNvPr>
            <p:cNvSpPr/>
            <p:nvPr/>
          </p:nvSpPr>
          <p:spPr>
            <a:xfrm>
              <a:off x="10632327" y="1108951"/>
              <a:ext cx="1099225" cy="933855"/>
            </a:xfrm>
            <a:prstGeom prst="rect">
              <a:avLst/>
            </a:prstGeom>
            <a:grp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rPr>
                <a:t>17</a:t>
              </a:r>
              <a:endParaRPr kumimoji="0" lang="en-GB" sz="4000" b="0" i="0" u="none" strike="noStrike" kern="1200" cap="none" spc="0" normalizeH="0" baseline="0" noProof="0" dirty="0">
                <a:ln>
                  <a:noFill/>
                </a:ln>
                <a:solidFill>
                  <a:schemeClr val="tx1">
                    <a:lumMod val="50000"/>
                    <a:lumOff val="50000"/>
                  </a:schemeClr>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9328549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A1159-7360-298A-6895-FA5FAB2E060E}"/>
            </a:ext>
          </a:extLst>
        </p:cNvPr>
        <p:cNvGrpSpPr/>
        <p:nvPr/>
      </p:nvGrpSpPr>
      <p:grpSpPr>
        <a:xfrm>
          <a:off x="0" y="0"/>
          <a:ext cx="0" cy="0"/>
          <a:chOff x="0" y="0"/>
          <a:chExt cx="0" cy="0"/>
        </a:xfrm>
      </p:grpSpPr>
      <p:pic>
        <p:nvPicPr>
          <p:cNvPr id="1032" name="Picture 8" descr="NVIDIA Dramatically Simplifies Parallel Programming With CUDA 6 | NVIDIA  Newsroom">
            <a:extLst>
              <a:ext uri="{FF2B5EF4-FFF2-40B4-BE49-F238E27FC236}">
                <a16:creationId xmlns:a16="http://schemas.microsoft.com/office/drawing/2014/main" id="{064D3D1F-17CC-9626-5B32-C19628202460}"/>
              </a:ext>
            </a:extLst>
          </p:cNvPr>
          <p:cNvPicPr>
            <a:picLocks noChangeAspect="1" noChangeArrowheads="1"/>
          </p:cNvPicPr>
          <p:nvPr/>
        </p:nvPicPr>
        <p:blipFill>
          <a:blip r:embed="rId3">
            <a:clrChange>
              <a:clrFrom>
                <a:srgbClr val="FFFFFF"/>
              </a:clrFrom>
              <a:clrTo>
                <a:srgbClr val="FFFFFF">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021148" y="1743958"/>
            <a:ext cx="2753919" cy="1550063"/>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a:extLst>
              <a:ext uri="{FF2B5EF4-FFF2-40B4-BE49-F238E27FC236}">
                <a16:creationId xmlns:a16="http://schemas.microsoft.com/office/drawing/2014/main" id="{31C43D8B-2579-1A54-2B92-22207258DEAE}"/>
              </a:ext>
            </a:extLst>
          </p:cNvPr>
          <p:cNvPicPr>
            <a:picLocks noChangeAspect="1"/>
          </p:cNvPicPr>
          <p:nvPr/>
        </p:nvPicPr>
        <p:blipFill>
          <a:blip r:embed="rId4"/>
          <a:stretch>
            <a:fillRect/>
          </a:stretch>
        </p:blipFill>
        <p:spPr>
          <a:xfrm>
            <a:off x="550006" y="103104"/>
            <a:ext cx="6869183" cy="5383296"/>
          </a:xfrm>
          <a:prstGeom prst="rect">
            <a:avLst/>
          </a:prstGeom>
        </p:spPr>
      </p:pic>
      <p:pic>
        <p:nvPicPr>
          <p:cNvPr id="35" name="Picture 34">
            <a:extLst>
              <a:ext uri="{FF2B5EF4-FFF2-40B4-BE49-F238E27FC236}">
                <a16:creationId xmlns:a16="http://schemas.microsoft.com/office/drawing/2014/main" id="{15AFFC99-A81B-7F57-BF6A-36CAF24ADED2}"/>
              </a:ext>
            </a:extLst>
          </p:cNvPr>
          <p:cNvPicPr>
            <a:picLocks noChangeAspect="1"/>
          </p:cNvPicPr>
          <p:nvPr/>
        </p:nvPicPr>
        <p:blipFill>
          <a:blip r:embed="rId5"/>
          <a:stretch>
            <a:fillRect/>
          </a:stretch>
        </p:blipFill>
        <p:spPr>
          <a:xfrm>
            <a:off x="550007" y="5614220"/>
            <a:ext cx="6821837" cy="5255476"/>
          </a:xfrm>
          <a:prstGeom prst="rect">
            <a:avLst/>
          </a:prstGeom>
        </p:spPr>
      </p:pic>
      <p:sp>
        <p:nvSpPr>
          <p:cNvPr id="42" name="Rectangle 41">
            <a:extLst>
              <a:ext uri="{FF2B5EF4-FFF2-40B4-BE49-F238E27FC236}">
                <a16:creationId xmlns:a16="http://schemas.microsoft.com/office/drawing/2014/main" id="{EAE0155B-D345-7002-C913-4D1AA79AC7D2}"/>
              </a:ext>
            </a:extLst>
          </p:cNvPr>
          <p:cNvSpPr/>
          <p:nvPr/>
        </p:nvSpPr>
        <p:spPr>
          <a:xfrm>
            <a:off x="1553498" y="875075"/>
            <a:ext cx="2792361" cy="1976283"/>
          </a:xfrm>
          <a:prstGeom prst="rect">
            <a:avLst/>
          </a:prstGeom>
          <a:solidFill>
            <a:schemeClr val="bg1"/>
          </a:solidFill>
          <a:ln w="3810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Picture 42">
            <a:extLst>
              <a:ext uri="{FF2B5EF4-FFF2-40B4-BE49-F238E27FC236}">
                <a16:creationId xmlns:a16="http://schemas.microsoft.com/office/drawing/2014/main" id="{ACB9B0E8-E754-CABB-7AAA-F73C62D5D078}"/>
              </a:ext>
            </a:extLst>
          </p:cNvPr>
          <p:cNvPicPr>
            <a:picLocks noChangeAspect="1"/>
          </p:cNvPicPr>
          <p:nvPr/>
        </p:nvPicPr>
        <p:blipFill>
          <a:blip r:embed="rId6"/>
          <a:stretch>
            <a:fillRect/>
          </a:stretch>
        </p:blipFill>
        <p:spPr>
          <a:xfrm>
            <a:off x="1657365" y="894735"/>
            <a:ext cx="2604288" cy="1871042"/>
          </a:xfrm>
          <a:prstGeom prst="rect">
            <a:avLst/>
          </a:prstGeom>
        </p:spPr>
      </p:pic>
      <p:grpSp>
        <p:nvGrpSpPr>
          <p:cNvPr id="2" name="Group 1">
            <a:extLst>
              <a:ext uri="{FF2B5EF4-FFF2-40B4-BE49-F238E27FC236}">
                <a16:creationId xmlns:a16="http://schemas.microsoft.com/office/drawing/2014/main" id="{C04AE64D-E3FA-B86B-0545-0966A37A446E}"/>
              </a:ext>
            </a:extLst>
          </p:cNvPr>
          <p:cNvGrpSpPr/>
          <p:nvPr/>
        </p:nvGrpSpPr>
        <p:grpSpPr>
          <a:xfrm>
            <a:off x="9269865" y="2590961"/>
            <a:ext cx="3839496" cy="1920344"/>
            <a:chOff x="8273845" y="2749979"/>
            <a:chExt cx="4340941" cy="2288920"/>
          </a:xfrm>
        </p:grpSpPr>
        <p:sp>
          <p:nvSpPr>
            <p:cNvPr id="57" name="Rectangle 56">
              <a:extLst>
                <a:ext uri="{FF2B5EF4-FFF2-40B4-BE49-F238E27FC236}">
                  <a16:creationId xmlns:a16="http://schemas.microsoft.com/office/drawing/2014/main" id="{CA77F98E-8676-4BE2-FE1C-77FC4ED36387}"/>
                </a:ext>
              </a:extLst>
            </p:cNvPr>
            <p:cNvSpPr/>
            <p:nvPr/>
          </p:nvSpPr>
          <p:spPr>
            <a:xfrm>
              <a:off x="8273845" y="2749979"/>
              <a:ext cx="4340941" cy="2288920"/>
            </a:xfrm>
            <a:prstGeom prst="rect">
              <a:avLst/>
            </a:prstGeom>
            <a:solidFill>
              <a:srgbClr val="F9A068"/>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3" name="Picture 52">
              <a:extLst>
                <a:ext uri="{FF2B5EF4-FFF2-40B4-BE49-F238E27FC236}">
                  <a16:creationId xmlns:a16="http://schemas.microsoft.com/office/drawing/2014/main" id="{C7B3D404-4CCE-0DBF-6509-0C2C8A4450CB}"/>
                </a:ext>
              </a:extLst>
            </p:cNvPr>
            <p:cNvPicPr>
              <a:picLocks noChangeAspect="1"/>
            </p:cNvPicPr>
            <p:nvPr/>
          </p:nvPicPr>
          <p:blipFill>
            <a:blip r:embed="rId7">
              <a:duotone>
                <a:prstClr val="black"/>
                <a:srgbClr val="FF7F0E">
                  <a:tint val="45000"/>
                  <a:satMod val="400000"/>
                </a:srgbClr>
              </a:duotone>
            </a:blip>
            <a:stretch>
              <a:fillRect/>
            </a:stretch>
          </p:blipFill>
          <p:spPr>
            <a:xfrm>
              <a:off x="8447115" y="2868015"/>
              <a:ext cx="4000524" cy="2025344"/>
            </a:xfrm>
            <a:prstGeom prst="rect">
              <a:avLst/>
            </a:prstGeom>
            <a:ln>
              <a:noFill/>
            </a:ln>
          </p:spPr>
        </p:pic>
      </p:grpSp>
      <p:grpSp>
        <p:nvGrpSpPr>
          <p:cNvPr id="3" name="Group 2">
            <a:extLst>
              <a:ext uri="{FF2B5EF4-FFF2-40B4-BE49-F238E27FC236}">
                <a16:creationId xmlns:a16="http://schemas.microsoft.com/office/drawing/2014/main" id="{B44C3ED6-ACF7-DECF-608F-0847E2C9EE99}"/>
              </a:ext>
            </a:extLst>
          </p:cNvPr>
          <p:cNvGrpSpPr/>
          <p:nvPr/>
        </p:nvGrpSpPr>
        <p:grpSpPr>
          <a:xfrm>
            <a:off x="9269865" y="278957"/>
            <a:ext cx="3839496" cy="2107735"/>
            <a:chOff x="8273846" y="103104"/>
            <a:chExt cx="4340941" cy="2512277"/>
          </a:xfrm>
        </p:grpSpPr>
        <p:sp>
          <p:nvSpPr>
            <p:cNvPr id="56" name="Rectangle 55">
              <a:extLst>
                <a:ext uri="{FF2B5EF4-FFF2-40B4-BE49-F238E27FC236}">
                  <a16:creationId xmlns:a16="http://schemas.microsoft.com/office/drawing/2014/main" id="{6B1CDBD2-AD9D-EC0B-6A46-0E8EB49D8C96}"/>
                </a:ext>
              </a:extLst>
            </p:cNvPr>
            <p:cNvSpPr/>
            <p:nvPr/>
          </p:nvSpPr>
          <p:spPr>
            <a:xfrm>
              <a:off x="8273846" y="103104"/>
              <a:ext cx="4340941" cy="2512277"/>
            </a:xfrm>
            <a:prstGeom prst="rect">
              <a:avLst/>
            </a:prstGeom>
            <a:solidFill>
              <a:srgbClr val="96C3F9"/>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5" name="Picture 54">
              <a:extLst>
                <a:ext uri="{FF2B5EF4-FFF2-40B4-BE49-F238E27FC236}">
                  <a16:creationId xmlns:a16="http://schemas.microsoft.com/office/drawing/2014/main" id="{44332E64-9E68-930A-57C5-9DADEB67E28E}"/>
                </a:ext>
              </a:extLst>
            </p:cNvPr>
            <p:cNvPicPr>
              <a:picLocks noChangeAspect="1"/>
            </p:cNvPicPr>
            <p:nvPr/>
          </p:nvPicPr>
          <p:blipFill>
            <a:blip r:embed="rId8">
              <a:duotone>
                <a:prstClr val="black"/>
                <a:srgbClr val="1F77B4">
                  <a:tint val="45000"/>
                  <a:satMod val="400000"/>
                </a:srgbClr>
              </a:duotone>
            </a:blip>
            <a:stretch>
              <a:fillRect/>
            </a:stretch>
          </p:blipFill>
          <p:spPr>
            <a:xfrm>
              <a:off x="8447115" y="229768"/>
              <a:ext cx="3430253" cy="2258947"/>
            </a:xfrm>
            <a:prstGeom prst="rect">
              <a:avLst/>
            </a:prstGeom>
            <a:ln>
              <a:noFill/>
            </a:ln>
          </p:spPr>
        </p:pic>
      </p:grpSp>
      <p:sp>
        <p:nvSpPr>
          <p:cNvPr id="6" name="TextBox 5">
            <a:extLst>
              <a:ext uri="{FF2B5EF4-FFF2-40B4-BE49-F238E27FC236}">
                <a16:creationId xmlns:a16="http://schemas.microsoft.com/office/drawing/2014/main" id="{F27CD8A4-C2D7-03C8-CFBD-D87F26D4D203}"/>
              </a:ext>
            </a:extLst>
          </p:cNvPr>
          <p:cNvSpPr txBox="1"/>
          <p:nvPr/>
        </p:nvSpPr>
        <p:spPr>
          <a:xfrm>
            <a:off x="1553497" y="6668800"/>
            <a:ext cx="716900" cy="584775"/>
          </a:xfrm>
          <a:prstGeom prst="rect">
            <a:avLst/>
          </a:prstGeom>
          <a:noFill/>
        </p:spPr>
        <p:txBody>
          <a:bodyPr wrap="square">
            <a:spAutoFit/>
          </a:bodyPr>
          <a:lstStyle/>
          <a:p>
            <a:r>
              <a:rPr lang="en-US" sz="3200" dirty="0">
                <a:solidFill>
                  <a:schemeClr val="tx1">
                    <a:lumMod val="50000"/>
                    <a:lumOff val="50000"/>
                  </a:schemeClr>
                </a:solidFill>
              </a:rPr>
              <a:t>(c)</a:t>
            </a:r>
          </a:p>
        </p:txBody>
      </p:sp>
      <p:sp>
        <p:nvSpPr>
          <p:cNvPr id="7" name="TextBox 6">
            <a:extLst>
              <a:ext uri="{FF2B5EF4-FFF2-40B4-BE49-F238E27FC236}">
                <a16:creationId xmlns:a16="http://schemas.microsoft.com/office/drawing/2014/main" id="{508DB3E4-19BE-1041-776B-FBE576F9F930}"/>
              </a:ext>
            </a:extLst>
          </p:cNvPr>
          <p:cNvSpPr txBox="1"/>
          <p:nvPr/>
        </p:nvSpPr>
        <p:spPr>
          <a:xfrm>
            <a:off x="5964119" y="2966358"/>
            <a:ext cx="716900" cy="584775"/>
          </a:xfrm>
          <a:prstGeom prst="rect">
            <a:avLst/>
          </a:prstGeom>
          <a:noFill/>
        </p:spPr>
        <p:txBody>
          <a:bodyPr wrap="square">
            <a:spAutoFit/>
          </a:bodyPr>
          <a:lstStyle/>
          <a:p>
            <a:r>
              <a:rPr lang="en-US" sz="3200" dirty="0">
                <a:solidFill>
                  <a:schemeClr val="tx1">
                    <a:lumMod val="50000"/>
                    <a:lumOff val="50000"/>
                  </a:schemeClr>
                </a:solidFill>
              </a:rPr>
              <a:t>(d)</a:t>
            </a:r>
          </a:p>
        </p:txBody>
      </p:sp>
      <p:sp>
        <p:nvSpPr>
          <p:cNvPr id="8" name="TextBox 7">
            <a:extLst>
              <a:ext uri="{FF2B5EF4-FFF2-40B4-BE49-F238E27FC236}">
                <a16:creationId xmlns:a16="http://schemas.microsoft.com/office/drawing/2014/main" id="{89676AC5-E221-6E69-187D-93D086C93AAF}"/>
              </a:ext>
            </a:extLst>
          </p:cNvPr>
          <p:cNvSpPr txBox="1"/>
          <p:nvPr/>
        </p:nvSpPr>
        <p:spPr>
          <a:xfrm>
            <a:off x="8057674" y="981924"/>
            <a:ext cx="716900" cy="584775"/>
          </a:xfrm>
          <a:prstGeom prst="rect">
            <a:avLst/>
          </a:prstGeom>
          <a:noFill/>
        </p:spPr>
        <p:txBody>
          <a:bodyPr wrap="square">
            <a:spAutoFit/>
          </a:bodyPr>
          <a:lstStyle/>
          <a:p>
            <a:r>
              <a:rPr lang="en-US" sz="3200" dirty="0">
                <a:solidFill>
                  <a:schemeClr val="tx1">
                    <a:lumMod val="50000"/>
                    <a:lumOff val="50000"/>
                  </a:schemeClr>
                </a:solidFill>
              </a:rPr>
              <a:t>(a)</a:t>
            </a:r>
          </a:p>
        </p:txBody>
      </p:sp>
      <p:sp>
        <p:nvSpPr>
          <p:cNvPr id="10" name="Arrow: Pentagon 9">
            <a:extLst>
              <a:ext uri="{FF2B5EF4-FFF2-40B4-BE49-F238E27FC236}">
                <a16:creationId xmlns:a16="http://schemas.microsoft.com/office/drawing/2014/main" id="{66BE5792-EFB1-8588-B669-EA1A422F88FE}"/>
              </a:ext>
            </a:extLst>
          </p:cNvPr>
          <p:cNvSpPr/>
          <p:nvPr/>
        </p:nvSpPr>
        <p:spPr>
          <a:xfrm flipH="1">
            <a:off x="7523057" y="568564"/>
            <a:ext cx="1749372" cy="353961"/>
          </a:xfrm>
          <a:prstGeom prst="homePlate">
            <a:avLst/>
          </a:prstGeom>
          <a:solidFill>
            <a:srgbClr val="96C3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Pentagon 10">
            <a:extLst>
              <a:ext uri="{FF2B5EF4-FFF2-40B4-BE49-F238E27FC236}">
                <a16:creationId xmlns:a16="http://schemas.microsoft.com/office/drawing/2014/main" id="{C99DAE36-3637-1365-69FB-F0B4E0DE6223}"/>
              </a:ext>
            </a:extLst>
          </p:cNvPr>
          <p:cNvSpPr/>
          <p:nvPr/>
        </p:nvSpPr>
        <p:spPr>
          <a:xfrm flipH="1">
            <a:off x="7572444" y="4157342"/>
            <a:ext cx="1699984" cy="353961"/>
          </a:xfrm>
          <a:prstGeom prst="homePlate">
            <a:avLst/>
          </a:prstGeom>
          <a:solidFill>
            <a:srgbClr val="F9A06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200CB03-BB57-0710-706F-1F4D6C6D2595}"/>
              </a:ext>
            </a:extLst>
          </p:cNvPr>
          <p:cNvSpPr txBox="1"/>
          <p:nvPr/>
        </p:nvSpPr>
        <p:spPr>
          <a:xfrm>
            <a:off x="7986075" y="3435941"/>
            <a:ext cx="716900" cy="584775"/>
          </a:xfrm>
          <a:prstGeom prst="rect">
            <a:avLst/>
          </a:prstGeom>
          <a:noFill/>
        </p:spPr>
        <p:txBody>
          <a:bodyPr wrap="square">
            <a:spAutoFit/>
          </a:bodyPr>
          <a:lstStyle/>
          <a:p>
            <a:r>
              <a:rPr lang="en-US" sz="3200" dirty="0">
                <a:solidFill>
                  <a:schemeClr val="tx1">
                    <a:lumMod val="50000"/>
                    <a:lumOff val="50000"/>
                  </a:schemeClr>
                </a:solidFill>
              </a:rPr>
              <a:t>(b)</a:t>
            </a:r>
          </a:p>
        </p:txBody>
      </p:sp>
      <p:pic>
        <p:nvPicPr>
          <p:cNvPr id="21" name="Picture 20">
            <a:extLst>
              <a:ext uri="{FF2B5EF4-FFF2-40B4-BE49-F238E27FC236}">
                <a16:creationId xmlns:a16="http://schemas.microsoft.com/office/drawing/2014/main" id="{866F6726-33F5-B6BE-B37D-B5BDD235B9E7}"/>
              </a:ext>
            </a:extLst>
          </p:cNvPr>
          <p:cNvPicPr>
            <a:picLocks noChangeAspect="1"/>
          </p:cNvPicPr>
          <p:nvPr/>
        </p:nvPicPr>
        <p:blipFill>
          <a:blip r:embed="rId9"/>
          <a:stretch>
            <a:fillRect/>
          </a:stretch>
        </p:blipFill>
        <p:spPr>
          <a:xfrm>
            <a:off x="13302956" y="153012"/>
            <a:ext cx="4709390" cy="4870670"/>
          </a:xfrm>
          <a:prstGeom prst="rect">
            <a:avLst/>
          </a:prstGeom>
        </p:spPr>
      </p:pic>
      <p:sp>
        <p:nvSpPr>
          <p:cNvPr id="22" name="TextBox 21">
            <a:extLst>
              <a:ext uri="{FF2B5EF4-FFF2-40B4-BE49-F238E27FC236}">
                <a16:creationId xmlns:a16="http://schemas.microsoft.com/office/drawing/2014/main" id="{51011B39-32D7-5A9A-8FA5-EFC282ABE87B}"/>
              </a:ext>
            </a:extLst>
          </p:cNvPr>
          <p:cNvSpPr txBox="1"/>
          <p:nvPr/>
        </p:nvSpPr>
        <p:spPr>
          <a:xfrm>
            <a:off x="17460301" y="4218917"/>
            <a:ext cx="716900" cy="584775"/>
          </a:xfrm>
          <a:prstGeom prst="rect">
            <a:avLst/>
          </a:prstGeom>
          <a:noFill/>
        </p:spPr>
        <p:txBody>
          <a:bodyPr wrap="square">
            <a:spAutoFit/>
          </a:bodyPr>
          <a:lstStyle/>
          <a:p>
            <a:r>
              <a:rPr lang="en-US" sz="3200" dirty="0">
                <a:solidFill>
                  <a:schemeClr val="tx1">
                    <a:lumMod val="50000"/>
                    <a:lumOff val="50000"/>
                  </a:schemeClr>
                </a:solidFill>
              </a:rPr>
              <a:t>(e)</a:t>
            </a:r>
          </a:p>
        </p:txBody>
      </p:sp>
      <p:pic>
        <p:nvPicPr>
          <p:cNvPr id="12" name="Picture 11">
            <a:extLst>
              <a:ext uri="{FF2B5EF4-FFF2-40B4-BE49-F238E27FC236}">
                <a16:creationId xmlns:a16="http://schemas.microsoft.com/office/drawing/2014/main" id="{C5B4ABBC-68C5-5528-B8E6-A390391AB1D6}"/>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7742601" y="5135179"/>
            <a:ext cx="10269742" cy="5705412"/>
          </a:xfrm>
          <a:prstGeom prst="rect">
            <a:avLst/>
          </a:prstGeom>
        </p:spPr>
      </p:pic>
      <p:sp>
        <p:nvSpPr>
          <p:cNvPr id="13" name="TextBox 12">
            <a:extLst>
              <a:ext uri="{FF2B5EF4-FFF2-40B4-BE49-F238E27FC236}">
                <a16:creationId xmlns:a16="http://schemas.microsoft.com/office/drawing/2014/main" id="{7BF97698-1733-E487-BA54-3E42D30B059B}"/>
              </a:ext>
            </a:extLst>
          </p:cNvPr>
          <p:cNvSpPr txBox="1"/>
          <p:nvPr/>
        </p:nvSpPr>
        <p:spPr>
          <a:xfrm>
            <a:off x="14642841" y="7038126"/>
            <a:ext cx="716900" cy="584775"/>
          </a:xfrm>
          <a:prstGeom prst="rect">
            <a:avLst/>
          </a:prstGeom>
          <a:noFill/>
        </p:spPr>
        <p:txBody>
          <a:bodyPr wrap="square">
            <a:spAutoFit/>
          </a:bodyPr>
          <a:lstStyle/>
          <a:p>
            <a:r>
              <a:rPr lang="en-US" sz="3200" dirty="0">
                <a:solidFill>
                  <a:schemeClr val="tx1">
                    <a:lumMod val="50000"/>
                    <a:lumOff val="50000"/>
                  </a:schemeClr>
                </a:solidFill>
              </a:rPr>
              <a:t>(f)</a:t>
            </a:r>
          </a:p>
        </p:txBody>
      </p:sp>
      <p:pic>
        <p:nvPicPr>
          <p:cNvPr id="15" name="Picture 14">
            <a:extLst>
              <a:ext uri="{FF2B5EF4-FFF2-40B4-BE49-F238E27FC236}">
                <a16:creationId xmlns:a16="http://schemas.microsoft.com/office/drawing/2014/main" id="{2E33F9E6-AF9C-F907-8F47-06D34720B5BA}"/>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9099234" y="5482777"/>
            <a:ext cx="1835020" cy="1835020"/>
          </a:xfrm>
          <a:prstGeom prst="rect">
            <a:avLst/>
          </a:prstGeom>
        </p:spPr>
      </p:pic>
      <p:sp>
        <p:nvSpPr>
          <p:cNvPr id="17" name="TextBox 16">
            <a:extLst>
              <a:ext uri="{FF2B5EF4-FFF2-40B4-BE49-F238E27FC236}">
                <a16:creationId xmlns:a16="http://schemas.microsoft.com/office/drawing/2014/main" id="{3CFF726C-0249-ECA1-1D15-73B005DF3EE0}"/>
              </a:ext>
            </a:extLst>
          </p:cNvPr>
          <p:cNvSpPr txBox="1"/>
          <p:nvPr/>
        </p:nvSpPr>
        <p:spPr>
          <a:xfrm rot="16200000">
            <a:off x="7073918" y="6742315"/>
            <a:ext cx="2881159" cy="369332"/>
          </a:xfrm>
          <a:prstGeom prst="rect">
            <a:avLst/>
          </a:prstGeom>
          <a:ln>
            <a:solidFill>
              <a:schemeClr val="tx1">
                <a:lumMod val="50000"/>
                <a:lumOff val="50000"/>
              </a:schemeClr>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dirty="0">
                <a:solidFill>
                  <a:schemeClr val="tx1">
                    <a:lumMod val="50000"/>
                    <a:lumOff val="50000"/>
                  </a:schemeClr>
                </a:solidFill>
              </a:rPr>
              <a:t>% Improvement (Arithmetic)</a:t>
            </a:r>
          </a:p>
        </p:txBody>
      </p:sp>
      <p:sp>
        <p:nvSpPr>
          <p:cNvPr id="18" name="TextBox 17">
            <a:extLst>
              <a:ext uri="{FF2B5EF4-FFF2-40B4-BE49-F238E27FC236}">
                <a16:creationId xmlns:a16="http://schemas.microsoft.com/office/drawing/2014/main" id="{C68DE25E-1E4F-437F-E509-2D9B08A19BC5}"/>
              </a:ext>
            </a:extLst>
          </p:cNvPr>
          <p:cNvSpPr txBox="1"/>
          <p:nvPr/>
        </p:nvSpPr>
        <p:spPr>
          <a:xfrm>
            <a:off x="12929245" y="10110625"/>
            <a:ext cx="3611552" cy="369332"/>
          </a:xfrm>
          <a:prstGeom prst="rect">
            <a:avLst/>
          </a:prstGeom>
          <a:ln>
            <a:solidFill>
              <a:schemeClr val="tx1">
                <a:lumMod val="50000"/>
                <a:lumOff val="50000"/>
              </a:schemeClr>
            </a:solidFill>
          </a:ln>
        </p:spPr>
        <p:style>
          <a:lnRef idx="2">
            <a:schemeClr val="dk1"/>
          </a:lnRef>
          <a:fillRef idx="1">
            <a:schemeClr val="lt1"/>
          </a:fillRef>
          <a:effectRef idx="0">
            <a:schemeClr val="dk1"/>
          </a:effectRef>
          <a:fontRef idx="minor">
            <a:schemeClr val="dk1"/>
          </a:fontRef>
        </p:style>
        <p:txBody>
          <a:bodyPr wrap="square">
            <a:spAutoFit/>
          </a:bodyPr>
          <a:lstStyle/>
          <a:p>
            <a:r>
              <a:rPr lang="en-US" dirty="0">
                <a:solidFill>
                  <a:schemeClr val="tx1">
                    <a:lumMod val="50000"/>
                    <a:lumOff val="50000"/>
                  </a:schemeClr>
                </a:solidFill>
              </a:rPr>
              <a:t>Speedup Ratio (Classic / Arithmetic)</a:t>
            </a:r>
          </a:p>
        </p:txBody>
      </p:sp>
      <p:sp>
        <p:nvSpPr>
          <p:cNvPr id="20" name="TextBox 19">
            <a:extLst>
              <a:ext uri="{FF2B5EF4-FFF2-40B4-BE49-F238E27FC236}">
                <a16:creationId xmlns:a16="http://schemas.microsoft.com/office/drawing/2014/main" id="{0AE97F5B-56FD-54F3-D7A4-7385C562271A}"/>
              </a:ext>
            </a:extLst>
          </p:cNvPr>
          <p:cNvSpPr txBox="1"/>
          <p:nvPr/>
        </p:nvSpPr>
        <p:spPr>
          <a:xfrm rot="5400000">
            <a:off x="15810278" y="9362465"/>
            <a:ext cx="2556387" cy="369332"/>
          </a:xfrm>
          <a:prstGeom prst="rect">
            <a:avLst/>
          </a:prstGeom>
          <a:noFill/>
        </p:spPr>
        <p:txBody>
          <a:bodyPr wrap="square">
            <a:spAutoFit/>
          </a:bodyPr>
          <a:lstStyle/>
          <a:p>
            <a:r>
              <a:rPr lang="en-US" dirty="0">
                <a:solidFill>
                  <a:schemeClr val="bg1"/>
                </a:solidFill>
              </a:rPr>
              <a:t>Classic Mean Time (ms)</a:t>
            </a:r>
          </a:p>
        </p:txBody>
      </p:sp>
      <p:sp>
        <p:nvSpPr>
          <p:cNvPr id="24" name="Arrow: Pentagon 23">
            <a:extLst>
              <a:ext uri="{FF2B5EF4-FFF2-40B4-BE49-F238E27FC236}">
                <a16:creationId xmlns:a16="http://schemas.microsoft.com/office/drawing/2014/main" id="{33D8C6DE-14D9-DD00-442E-2FD798712FFA}"/>
              </a:ext>
            </a:extLst>
          </p:cNvPr>
          <p:cNvSpPr/>
          <p:nvPr/>
        </p:nvSpPr>
        <p:spPr>
          <a:xfrm rot="4296906">
            <a:off x="12022680" y="6150992"/>
            <a:ext cx="374904" cy="255638"/>
          </a:xfrm>
          <a:prstGeom prst="homePlate">
            <a:avLst/>
          </a:prstGeom>
          <a:solidFill>
            <a:srgbClr val="00808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5</a:t>
            </a:r>
          </a:p>
        </p:txBody>
      </p:sp>
      <p:sp>
        <p:nvSpPr>
          <p:cNvPr id="4" name="Arrow: Pentagon 3">
            <a:extLst>
              <a:ext uri="{FF2B5EF4-FFF2-40B4-BE49-F238E27FC236}">
                <a16:creationId xmlns:a16="http://schemas.microsoft.com/office/drawing/2014/main" id="{DFE3E4A4-AB34-DE8F-E2EF-8F8F6A39253B}"/>
              </a:ext>
            </a:extLst>
          </p:cNvPr>
          <p:cNvSpPr/>
          <p:nvPr/>
        </p:nvSpPr>
        <p:spPr>
          <a:xfrm rot="4194817">
            <a:off x="12485500" y="5932794"/>
            <a:ext cx="374904" cy="255638"/>
          </a:xfrm>
          <a:prstGeom prst="homePlate">
            <a:avLst/>
          </a:prstGeom>
          <a:solidFill>
            <a:srgbClr val="00808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6</a:t>
            </a:r>
          </a:p>
        </p:txBody>
      </p:sp>
      <p:sp>
        <p:nvSpPr>
          <p:cNvPr id="5" name="Arrow: Pentagon 4">
            <a:extLst>
              <a:ext uri="{FF2B5EF4-FFF2-40B4-BE49-F238E27FC236}">
                <a16:creationId xmlns:a16="http://schemas.microsoft.com/office/drawing/2014/main" id="{C40CF7F9-23ED-84D4-DA30-1016254EB243}"/>
              </a:ext>
            </a:extLst>
          </p:cNvPr>
          <p:cNvSpPr/>
          <p:nvPr/>
        </p:nvSpPr>
        <p:spPr>
          <a:xfrm rot="865565">
            <a:off x="13912273" y="5538229"/>
            <a:ext cx="374904" cy="255638"/>
          </a:xfrm>
          <a:prstGeom prst="homePlate">
            <a:avLst/>
          </a:prstGeom>
          <a:solidFill>
            <a:srgbClr val="00808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7</a:t>
            </a:r>
          </a:p>
        </p:txBody>
      </p:sp>
      <p:sp>
        <p:nvSpPr>
          <p:cNvPr id="9" name="Arrow: Pentagon 8">
            <a:extLst>
              <a:ext uri="{FF2B5EF4-FFF2-40B4-BE49-F238E27FC236}">
                <a16:creationId xmlns:a16="http://schemas.microsoft.com/office/drawing/2014/main" id="{12081651-25FD-910B-240C-D9A727B84008}"/>
              </a:ext>
            </a:extLst>
          </p:cNvPr>
          <p:cNvSpPr/>
          <p:nvPr/>
        </p:nvSpPr>
        <p:spPr>
          <a:xfrm rot="3877523">
            <a:off x="14147419" y="5387570"/>
            <a:ext cx="374904" cy="255638"/>
          </a:xfrm>
          <a:prstGeom prst="homePlate">
            <a:avLst/>
          </a:prstGeom>
          <a:solidFill>
            <a:srgbClr val="00808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8</a:t>
            </a:r>
          </a:p>
        </p:txBody>
      </p:sp>
      <p:sp>
        <p:nvSpPr>
          <p:cNvPr id="16" name="Arrow: Pentagon 15">
            <a:extLst>
              <a:ext uri="{FF2B5EF4-FFF2-40B4-BE49-F238E27FC236}">
                <a16:creationId xmlns:a16="http://schemas.microsoft.com/office/drawing/2014/main" id="{9FAA19F8-F60D-DB18-1A9D-35402EAE54A6}"/>
              </a:ext>
            </a:extLst>
          </p:cNvPr>
          <p:cNvSpPr/>
          <p:nvPr/>
        </p:nvSpPr>
        <p:spPr>
          <a:xfrm rot="2242734">
            <a:off x="11743105" y="6303163"/>
            <a:ext cx="374904" cy="255638"/>
          </a:xfrm>
          <a:prstGeom prst="homePlate">
            <a:avLst/>
          </a:prstGeom>
          <a:solidFill>
            <a:srgbClr val="00808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4</a:t>
            </a:r>
          </a:p>
        </p:txBody>
      </p:sp>
      <p:sp>
        <p:nvSpPr>
          <p:cNvPr id="19" name="Arrow: Pentagon 18">
            <a:extLst>
              <a:ext uri="{FF2B5EF4-FFF2-40B4-BE49-F238E27FC236}">
                <a16:creationId xmlns:a16="http://schemas.microsoft.com/office/drawing/2014/main" id="{C5538E4D-FDC9-8C4F-89FF-ECC7889F6302}"/>
              </a:ext>
            </a:extLst>
          </p:cNvPr>
          <p:cNvSpPr/>
          <p:nvPr/>
        </p:nvSpPr>
        <p:spPr>
          <a:xfrm rot="21023267">
            <a:off x="11569603" y="6540980"/>
            <a:ext cx="374904" cy="255638"/>
          </a:xfrm>
          <a:prstGeom prst="homePlate">
            <a:avLst/>
          </a:prstGeom>
          <a:solidFill>
            <a:srgbClr val="00808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3</a:t>
            </a:r>
          </a:p>
        </p:txBody>
      </p:sp>
      <p:sp>
        <p:nvSpPr>
          <p:cNvPr id="23" name="Arrow: Pentagon 22">
            <a:extLst>
              <a:ext uri="{FF2B5EF4-FFF2-40B4-BE49-F238E27FC236}">
                <a16:creationId xmlns:a16="http://schemas.microsoft.com/office/drawing/2014/main" id="{6F7BB854-F2F7-15DA-13F7-968167FB8C86}"/>
              </a:ext>
            </a:extLst>
          </p:cNvPr>
          <p:cNvSpPr/>
          <p:nvPr/>
        </p:nvSpPr>
        <p:spPr>
          <a:xfrm rot="2005107">
            <a:off x="8668605" y="8778939"/>
            <a:ext cx="378641" cy="255638"/>
          </a:xfrm>
          <a:prstGeom prst="homePlate">
            <a:avLst/>
          </a:prstGeom>
          <a:solidFill>
            <a:srgbClr val="00808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2</a:t>
            </a:r>
          </a:p>
        </p:txBody>
      </p:sp>
      <p:sp>
        <p:nvSpPr>
          <p:cNvPr id="25" name="Arrow: Pentagon 24">
            <a:extLst>
              <a:ext uri="{FF2B5EF4-FFF2-40B4-BE49-F238E27FC236}">
                <a16:creationId xmlns:a16="http://schemas.microsoft.com/office/drawing/2014/main" id="{A0978119-C0FD-DD3B-AF79-B9E6BAA68B98}"/>
              </a:ext>
            </a:extLst>
          </p:cNvPr>
          <p:cNvSpPr/>
          <p:nvPr/>
        </p:nvSpPr>
        <p:spPr>
          <a:xfrm>
            <a:off x="7682770" y="10479956"/>
            <a:ext cx="374904" cy="255638"/>
          </a:xfrm>
          <a:prstGeom prst="homePlate">
            <a:avLst/>
          </a:prstGeom>
          <a:solidFill>
            <a:srgbClr val="00808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1</a:t>
            </a:r>
          </a:p>
        </p:txBody>
      </p:sp>
      <p:sp>
        <p:nvSpPr>
          <p:cNvPr id="26" name="Arrow: Pentagon 25">
            <a:extLst>
              <a:ext uri="{FF2B5EF4-FFF2-40B4-BE49-F238E27FC236}">
                <a16:creationId xmlns:a16="http://schemas.microsoft.com/office/drawing/2014/main" id="{7E1D358C-4D85-ED10-B6B0-AEFD1259FC76}"/>
              </a:ext>
            </a:extLst>
          </p:cNvPr>
          <p:cNvSpPr/>
          <p:nvPr/>
        </p:nvSpPr>
        <p:spPr>
          <a:xfrm rot="8701999" flipV="1">
            <a:off x="16641259" y="4949266"/>
            <a:ext cx="374904" cy="240661"/>
          </a:xfrm>
          <a:prstGeom prst="homePlate">
            <a:avLst/>
          </a:prstGeom>
          <a:solidFill>
            <a:srgbClr val="008080"/>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9</a:t>
            </a:r>
          </a:p>
        </p:txBody>
      </p:sp>
      <p:sp>
        <p:nvSpPr>
          <p:cNvPr id="27" name="Arrow: Pentagon 26">
            <a:extLst>
              <a:ext uri="{FF2B5EF4-FFF2-40B4-BE49-F238E27FC236}">
                <a16:creationId xmlns:a16="http://schemas.microsoft.com/office/drawing/2014/main" id="{1C102E51-CFFE-C471-D009-00CB268DAF87}"/>
              </a:ext>
            </a:extLst>
          </p:cNvPr>
          <p:cNvSpPr/>
          <p:nvPr/>
        </p:nvSpPr>
        <p:spPr>
          <a:xfrm>
            <a:off x="13278511" y="8141118"/>
            <a:ext cx="374904" cy="255638"/>
          </a:xfrm>
          <a:prstGeom prst="homePlate">
            <a:avLst/>
          </a:prstGeom>
          <a:solidFill>
            <a:srgbClr val="4D4D4D"/>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1</a:t>
            </a:r>
          </a:p>
        </p:txBody>
      </p:sp>
      <p:sp>
        <p:nvSpPr>
          <p:cNvPr id="28" name="Arrow: Pentagon 27">
            <a:extLst>
              <a:ext uri="{FF2B5EF4-FFF2-40B4-BE49-F238E27FC236}">
                <a16:creationId xmlns:a16="http://schemas.microsoft.com/office/drawing/2014/main" id="{6443735D-1B81-FE4B-601F-1B1AEBD3756F}"/>
              </a:ext>
            </a:extLst>
          </p:cNvPr>
          <p:cNvSpPr/>
          <p:nvPr/>
        </p:nvSpPr>
        <p:spPr>
          <a:xfrm>
            <a:off x="13278511" y="9518072"/>
            <a:ext cx="374904" cy="255638"/>
          </a:xfrm>
          <a:prstGeom prst="homePlate">
            <a:avLst/>
          </a:prstGeom>
          <a:solidFill>
            <a:srgbClr val="4D4D4D"/>
          </a:solidFill>
          <a:ln>
            <a:noFill/>
          </a:ln>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dirty="0"/>
              <a:t>9</a:t>
            </a:r>
          </a:p>
        </p:txBody>
      </p:sp>
      <p:sp>
        <p:nvSpPr>
          <p:cNvPr id="29" name="Rectangle 28">
            <a:extLst>
              <a:ext uri="{FF2B5EF4-FFF2-40B4-BE49-F238E27FC236}">
                <a16:creationId xmlns:a16="http://schemas.microsoft.com/office/drawing/2014/main" id="{8B334AA0-E251-0473-5BF7-5BB4E6BB1D9E}"/>
              </a:ext>
            </a:extLst>
          </p:cNvPr>
          <p:cNvSpPr/>
          <p:nvPr/>
        </p:nvSpPr>
        <p:spPr>
          <a:xfrm>
            <a:off x="8057675" y="5194168"/>
            <a:ext cx="8587789" cy="5393407"/>
          </a:xfrm>
          <a:prstGeom prst="rect">
            <a:avLst/>
          </a:prstGeom>
          <a:solidFill>
            <a:schemeClr val="tx1">
              <a:lumMod val="50000"/>
              <a:lumOff val="50000"/>
              <a:alpha val="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8C984989-6C8A-3B9D-8190-F1ED07F69F94}"/>
              </a:ext>
            </a:extLst>
          </p:cNvPr>
          <p:cNvSpPr/>
          <p:nvPr/>
        </p:nvSpPr>
        <p:spPr>
          <a:xfrm>
            <a:off x="13708753" y="278959"/>
            <a:ext cx="3930319" cy="3686944"/>
          </a:xfrm>
          <a:prstGeom prst="rect">
            <a:avLst/>
          </a:prstGeom>
          <a:solidFill>
            <a:schemeClr val="tx1">
              <a:lumMod val="50000"/>
              <a:lumOff val="50000"/>
              <a:alpha val="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a:extLst>
              <a:ext uri="{FF2B5EF4-FFF2-40B4-BE49-F238E27FC236}">
                <a16:creationId xmlns:a16="http://schemas.microsoft.com/office/drawing/2014/main" id="{2C819ED5-2291-E8FA-3FDF-787C7D53AF24}"/>
              </a:ext>
            </a:extLst>
          </p:cNvPr>
          <p:cNvSpPr txBox="1"/>
          <p:nvPr/>
        </p:nvSpPr>
        <p:spPr>
          <a:xfrm>
            <a:off x="7742601" y="4173767"/>
            <a:ext cx="1607182" cy="307777"/>
          </a:xfrm>
          <a:prstGeom prst="rect">
            <a:avLst/>
          </a:prstGeom>
          <a:noFill/>
        </p:spPr>
        <p:txBody>
          <a:bodyPr wrap="square">
            <a:spAutoFit/>
          </a:bodyPr>
          <a:lstStyle/>
          <a:p>
            <a:r>
              <a:rPr lang="en-US" sz="1400" b="1" dirty="0">
                <a:solidFill>
                  <a:srgbClr val="8A3600"/>
                </a:solidFill>
              </a:rPr>
              <a:t>Arithmetic variant</a:t>
            </a:r>
          </a:p>
        </p:txBody>
      </p:sp>
      <p:sp>
        <p:nvSpPr>
          <p:cNvPr id="34" name="TextBox 33">
            <a:extLst>
              <a:ext uri="{FF2B5EF4-FFF2-40B4-BE49-F238E27FC236}">
                <a16:creationId xmlns:a16="http://schemas.microsoft.com/office/drawing/2014/main" id="{BE6456FB-FED6-ABC3-8853-5CF5E2D28C4D}"/>
              </a:ext>
            </a:extLst>
          </p:cNvPr>
          <p:cNvSpPr txBox="1"/>
          <p:nvPr/>
        </p:nvSpPr>
        <p:spPr>
          <a:xfrm>
            <a:off x="7728946" y="596213"/>
            <a:ext cx="1607182" cy="307777"/>
          </a:xfrm>
          <a:prstGeom prst="rect">
            <a:avLst/>
          </a:prstGeom>
          <a:noFill/>
        </p:spPr>
        <p:txBody>
          <a:bodyPr wrap="square">
            <a:spAutoFit/>
          </a:bodyPr>
          <a:lstStyle/>
          <a:p>
            <a:r>
              <a:rPr lang="en-US" sz="1400" b="1" dirty="0">
                <a:solidFill>
                  <a:srgbClr val="003366"/>
                </a:solidFill>
              </a:rPr>
              <a:t>Classical variant</a:t>
            </a:r>
          </a:p>
        </p:txBody>
      </p:sp>
      <p:sp>
        <p:nvSpPr>
          <p:cNvPr id="37" name="TextBox 36">
            <a:extLst>
              <a:ext uri="{FF2B5EF4-FFF2-40B4-BE49-F238E27FC236}">
                <a16:creationId xmlns:a16="http://schemas.microsoft.com/office/drawing/2014/main" id="{FB4150E1-B310-863C-775C-284327D007FF}"/>
              </a:ext>
            </a:extLst>
          </p:cNvPr>
          <p:cNvSpPr txBox="1"/>
          <p:nvPr/>
        </p:nvSpPr>
        <p:spPr>
          <a:xfrm>
            <a:off x="9269869" y="6941630"/>
            <a:ext cx="1425479" cy="369332"/>
          </a:xfrm>
          <a:prstGeom prst="rect">
            <a:avLst/>
          </a:prstGeom>
          <a:noFill/>
        </p:spPr>
        <p:txBody>
          <a:bodyPr wrap="square">
            <a:spAutoFit/>
          </a:bodyPr>
          <a:lstStyle/>
          <a:p>
            <a:r>
              <a:rPr lang="en-US" dirty="0">
                <a:solidFill>
                  <a:schemeClr val="tx1">
                    <a:lumMod val="50000"/>
                    <a:lumOff val="50000"/>
                  </a:schemeClr>
                </a:solidFill>
              </a:rPr>
              <a:t>CUDA  Kernel</a:t>
            </a:r>
          </a:p>
        </p:txBody>
      </p:sp>
    </p:spTree>
    <p:extLst>
      <p:ext uri="{BB962C8B-B14F-4D97-AF65-F5344CB8AC3E}">
        <p14:creationId xmlns:p14="http://schemas.microsoft.com/office/powerpoint/2010/main" val="367003175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812</TotalTime>
  <Words>847</Words>
  <Application>Microsoft Office PowerPoint</Application>
  <PresentationFormat>Custom</PresentationFormat>
  <Paragraphs>173</Paragraphs>
  <Slides>4</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Arial</vt:lpstr>
      <vt:lpstr>Calibri</vt:lpstr>
      <vt:lpstr>Calibri Light</vt:lpstr>
      <vt:lpstr>Cambria Math</vt:lpstr>
      <vt:lpstr>Office Theme</vt:lpstr>
      <vt:lpstr>The Arithmetic Jump</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Paul</dc:creator>
  <cp:lastModifiedBy>Paul Gagniuc</cp:lastModifiedBy>
  <cp:revision>63</cp:revision>
  <dcterms:created xsi:type="dcterms:W3CDTF">2025-04-03T09:57:06Z</dcterms:created>
  <dcterms:modified xsi:type="dcterms:W3CDTF">2026-05-10T17:27:36Z</dcterms:modified>
</cp:coreProperties>
</file>